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4"/>
    <p:sldMasterId id="2147483823" r:id="rId5"/>
  </p:sldMasterIdLst>
  <p:notesMasterIdLst>
    <p:notesMasterId r:id="rId7"/>
  </p:notesMasterIdLst>
  <p:handoutMasterIdLst>
    <p:handoutMasterId r:id="rId8"/>
  </p:handoutMasterIdLst>
  <p:sldIdLst>
    <p:sldId id="257" r:id="rId6"/>
  </p:sldIdLst>
  <p:sldSz cx="9144000" cy="5143500" type="screen16x9"/>
  <p:notesSz cx="20104100" cy="11315700"/>
  <p:defaultTextStyle>
    <a:defPPr>
      <a:defRPr lang="en-US"/>
    </a:defPPr>
    <a:lvl1pPr marL="0" algn="l" defTabSz="415546" rtl="0" eaLnBrk="1" latinLnBrk="0" hangingPunct="1">
      <a:defRPr sz="818" kern="1200">
        <a:solidFill>
          <a:schemeClr val="tx1"/>
        </a:solidFill>
        <a:latin typeface="+mn-lt"/>
        <a:ea typeface="+mn-ea"/>
        <a:cs typeface="+mn-cs"/>
      </a:defRPr>
    </a:lvl1pPr>
    <a:lvl2pPr marL="207773" algn="l" defTabSz="415546" rtl="0" eaLnBrk="1" latinLnBrk="0" hangingPunct="1">
      <a:defRPr sz="818" kern="1200">
        <a:solidFill>
          <a:schemeClr val="tx1"/>
        </a:solidFill>
        <a:latin typeface="+mn-lt"/>
        <a:ea typeface="+mn-ea"/>
        <a:cs typeface="+mn-cs"/>
      </a:defRPr>
    </a:lvl2pPr>
    <a:lvl3pPr marL="415546" algn="l" defTabSz="415546" rtl="0" eaLnBrk="1" latinLnBrk="0" hangingPunct="1">
      <a:defRPr sz="818" kern="1200">
        <a:solidFill>
          <a:schemeClr val="tx1"/>
        </a:solidFill>
        <a:latin typeface="+mn-lt"/>
        <a:ea typeface="+mn-ea"/>
        <a:cs typeface="+mn-cs"/>
      </a:defRPr>
    </a:lvl3pPr>
    <a:lvl4pPr marL="623318" algn="l" defTabSz="415546" rtl="0" eaLnBrk="1" latinLnBrk="0" hangingPunct="1">
      <a:defRPr sz="818" kern="1200">
        <a:solidFill>
          <a:schemeClr val="tx1"/>
        </a:solidFill>
        <a:latin typeface="+mn-lt"/>
        <a:ea typeface="+mn-ea"/>
        <a:cs typeface="+mn-cs"/>
      </a:defRPr>
    </a:lvl4pPr>
    <a:lvl5pPr marL="831090" algn="l" defTabSz="415546" rtl="0" eaLnBrk="1" latinLnBrk="0" hangingPunct="1">
      <a:defRPr sz="818" kern="1200">
        <a:solidFill>
          <a:schemeClr val="tx1"/>
        </a:solidFill>
        <a:latin typeface="+mn-lt"/>
        <a:ea typeface="+mn-ea"/>
        <a:cs typeface="+mn-cs"/>
      </a:defRPr>
    </a:lvl5pPr>
    <a:lvl6pPr marL="1038863" algn="l" defTabSz="415546" rtl="0" eaLnBrk="1" latinLnBrk="0" hangingPunct="1">
      <a:defRPr sz="818" kern="1200">
        <a:solidFill>
          <a:schemeClr val="tx1"/>
        </a:solidFill>
        <a:latin typeface="+mn-lt"/>
        <a:ea typeface="+mn-ea"/>
        <a:cs typeface="+mn-cs"/>
      </a:defRPr>
    </a:lvl6pPr>
    <a:lvl7pPr marL="1246636" algn="l" defTabSz="415546" rtl="0" eaLnBrk="1" latinLnBrk="0" hangingPunct="1">
      <a:defRPr sz="818" kern="1200">
        <a:solidFill>
          <a:schemeClr val="tx1"/>
        </a:solidFill>
        <a:latin typeface="+mn-lt"/>
        <a:ea typeface="+mn-ea"/>
        <a:cs typeface="+mn-cs"/>
      </a:defRPr>
    </a:lvl7pPr>
    <a:lvl8pPr marL="1454409" algn="l" defTabSz="415546" rtl="0" eaLnBrk="1" latinLnBrk="0" hangingPunct="1">
      <a:defRPr sz="818" kern="1200">
        <a:solidFill>
          <a:schemeClr val="tx1"/>
        </a:solidFill>
        <a:latin typeface="+mn-lt"/>
        <a:ea typeface="+mn-ea"/>
        <a:cs typeface="+mn-cs"/>
      </a:defRPr>
    </a:lvl8pPr>
    <a:lvl9pPr marL="1662182" algn="l" defTabSz="415546" rtl="0" eaLnBrk="1" latinLnBrk="0" hangingPunct="1">
      <a:defRPr sz="81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vanti Mukul" initials="AM" lastIdx="134" clrIdx="0">
    <p:extLst>
      <p:ext uri="{19B8F6BF-5375-455C-9EA6-DF929625EA0E}">
        <p15:presenceInfo xmlns:p15="http://schemas.microsoft.com/office/powerpoint/2012/main" userId="S::1561747@TCS.com::b915b143-710a-4e7a-a06a-915d3c266981" providerId="AD"/>
      </p:ext>
    </p:extLst>
  </p:cmAuthor>
  <p:cmAuthor id="2" name="Kapil  Krishnan" initials="KK" lastIdx="81" clrIdx="1">
    <p:extLst>
      <p:ext uri="{19B8F6BF-5375-455C-9EA6-DF929625EA0E}">
        <p15:presenceInfo xmlns:p15="http://schemas.microsoft.com/office/powerpoint/2012/main" userId="S::571206@TCS.com::f34fbc68-f4bd-41fd-a210-a6e9abee1cae" providerId="AD"/>
      </p:ext>
    </p:extLst>
  </p:cmAuthor>
  <p:cmAuthor id="3" name="Milind" initials="M" lastIdx="1" clrIdx="2">
    <p:extLst>
      <p:ext uri="{19B8F6BF-5375-455C-9EA6-DF929625EA0E}">
        <p15:presenceInfo xmlns:p15="http://schemas.microsoft.com/office/powerpoint/2012/main" userId="S::106465@TCS.com::6f0e4f12-3889-446c-9da4-4330ec04817d" providerId="AD"/>
      </p:ext>
    </p:extLst>
  </p:cmAuthor>
  <p:cmAuthor id="4" name="Sreenivasa Chakravarti" initials="SC" lastIdx="7" clrIdx="3">
    <p:extLst>
      <p:ext uri="{19B8F6BF-5375-455C-9EA6-DF929625EA0E}">
        <p15:presenceInfo xmlns:p15="http://schemas.microsoft.com/office/powerpoint/2012/main" userId="S::132743@TCS.com::aa4a9113-4e87-47be-963d-67c84a2112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1165"/>
    <a:srgbClr val="C4C4C4"/>
    <a:srgbClr val="A6A6A6"/>
    <a:srgbClr val="FFFF00"/>
    <a:srgbClr val="92D050"/>
    <a:srgbClr val="7F7F7F"/>
    <a:srgbClr val="B3B3B3"/>
    <a:srgbClr val="D9D9D9"/>
    <a:srgbClr val="EB5000"/>
    <a:srgbClr val="007D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5577" autoAdjust="0"/>
  </p:normalViewPr>
  <p:slideViewPr>
    <p:cSldViewPr snapToObjects="1" showGuides="1">
      <p:cViewPr varScale="1">
        <p:scale>
          <a:sx n="91" d="100"/>
          <a:sy n="91" d="100"/>
        </p:scale>
        <p:origin x="810"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snapToObjects="1" showGuides="1">
      <p:cViewPr varScale="1">
        <p:scale>
          <a:sx n="75" d="100"/>
          <a:sy n="75" d="100"/>
        </p:scale>
        <p:origin x="88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idanand Gupta" userId="09dd9ead-5bc3-472e-bcee-80d8872b71b7" providerId="ADAL" clId="{DD38A33A-A781-44C4-8C85-266D196835EA}"/>
    <pc:docChg chg="undo custSel modSld">
      <pc:chgData name="Sachidanand Gupta" userId="09dd9ead-5bc3-472e-bcee-80d8872b71b7" providerId="ADAL" clId="{DD38A33A-A781-44C4-8C85-266D196835EA}" dt="2023-11-17T07:59:22.714" v="397" actId="20577"/>
      <pc:docMkLst>
        <pc:docMk/>
      </pc:docMkLst>
      <pc:sldChg chg="modSp mod">
        <pc:chgData name="Sachidanand Gupta" userId="09dd9ead-5bc3-472e-bcee-80d8872b71b7" providerId="ADAL" clId="{DD38A33A-A781-44C4-8C85-266D196835EA}" dt="2023-11-17T07:59:22.714" v="397" actId="20577"/>
        <pc:sldMkLst>
          <pc:docMk/>
          <pc:sldMk cId="1556742547" sldId="257"/>
        </pc:sldMkLst>
      </pc:sldChg>
    </pc:docChg>
  </pc:docChgLst>
  <pc:docChgLst>
    <pc:chgData name="Sachidanand Gupta" userId="09dd9ead-5bc3-472e-bcee-80d8872b71b7" providerId="ADAL" clId="{AA64D2BF-46D9-4992-B417-A9E78DF95B59}"/>
    <pc:docChg chg="undo custSel modSld">
      <pc:chgData name="Sachidanand Gupta" userId="09dd9ead-5bc3-472e-bcee-80d8872b71b7" providerId="ADAL" clId="{AA64D2BF-46D9-4992-B417-A9E78DF95B59}" dt="2024-03-06T03:47:48.588" v="148" actId="20577"/>
      <pc:docMkLst>
        <pc:docMk/>
      </pc:docMkLst>
      <pc:sldChg chg="modSp mod">
        <pc:chgData name="Sachidanand Gupta" userId="09dd9ead-5bc3-472e-bcee-80d8872b71b7" providerId="ADAL" clId="{AA64D2BF-46D9-4992-B417-A9E78DF95B59}" dt="2024-03-06T03:47:48.588" v="148" actId="20577"/>
        <pc:sldMkLst>
          <pc:docMk/>
          <pc:sldMk cId="1556742547" sldId="257"/>
        </pc:sldMkLst>
      </pc:sldChg>
    </pc:docChg>
  </pc:docChgLst>
  <pc:docChgLst>
    <pc:chgData name="Sachidanand Gupta" userId="09dd9ead-5bc3-472e-bcee-80d8872b71b7" providerId="ADAL" clId="{F3FD1343-E988-4BC9-8AAA-7C53E447B29E}"/>
    <pc:docChg chg="undo custSel modSld">
      <pc:chgData name="Sachidanand Gupta" userId="09dd9ead-5bc3-472e-bcee-80d8872b71b7" providerId="ADAL" clId="{F3FD1343-E988-4BC9-8AAA-7C53E447B29E}" dt="2023-04-27T06:27:32.225" v="983" actId="20577"/>
      <pc:docMkLst>
        <pc:docMk/>
      </pc:docMkLst>
      <pc:sldChg chg="addSp delSp modSp mod">
        <pc:chgData name="Sachidanand Gupta" userId="09dd9ead-5bc3-472e-bcee-80d8872b71b7" providerId="ADAL" clId="{F3FD1343-E988-4BC9-8AAA-7C53E447B29E}" dt="2023-04-27T06:27:32.225" v="983" actId="20577"/>
        <pc:sldMkLst>
          <pc:docMk/>
          <pc:sldMk cId="1556742547" sldId="257"/>
        </pc:sldMkLst>
      </pc:sldChg>
    </pc:docChg>
  </pc:docChgLst>
  <pc:docChgLst>
    <pc:chgData name="Sachidanand Gupta" userId="09dd9ead-5bc3-472e-bcee-80d8872b71b7" providerId="ADAL" clId="{E28B2DCA-C8C7-4819-AEA9-258898B00260}"/>
    <pc:docChg chg="undo custSel modSld delMainMaster">
      <pc:chgData name="Sachidanand Gupta" userId="09dd9ead-5bc3-472e-bcee-80d8872b71b7" providerId="ADAL" clId="{E28B2DCA-C8C7-4819-AEA9-258898B00260}" dt="2025-05-23T12:05:44.189" v="65" actId="20577"/>
      <pc:docMkLst>
        <pc:docMk/>
      </pc:docMkLst>
      <pc:sldChg chg="modSp mod">
        <pc:chgData name="Sachidanand Gupta" userId="09dd9ead-5bc3-472e-bcee-80d8872b71b7" providerId="ADAL" clId="{E28B2DCA-C8C7-4819-AEA9-258898B00260}" dt="2025-05-23T12:05:44.189" v="65" actId="20577"/>
        <pc:sldMkLst>
          <pc:docMk/>
          <pc:sldMk cId="1556742547" sldId="257"/>
        </pc:sldMkLst>
        <pc:spChg chg="mod">
          <ac:chgData name="Sachidanand Gupta" userId="09dd9ead-5bc3-472e-bcee-80d8872b71b7" providerId="ADAL" clId="{E28B2DCA-C8C7-4819-AEA9-258898B00260}" dt="2025-05-23T11:56:51.593" v="63" actId="20577"/>
          <ac:spMkLst>
            <pc:docMk/>
            <pc:sldMk cId="1556742547" sldId="257"/>
            <ac:spMk id="45" creationId="{00000000-0000-0000-0000-000000000000}"/>
          </ac:spMkLst>
        </pc:spChg>
        <pc:spChg chg="mod">
          <ac:chgData name="Sachidanand Gupta" userId="09dd9ead-5bc3-472e-bcee-80d8872b71b7" providerId="ADAL" clId="{E28B2DCA-C8C7-4819-AEA9-258898B00260}" dt="2025-05-23T12:05:44.189" v="65" actId="20577"/>
          <ac:spMkLst>
            <pc:docMk/>
            <pc:sldMk cId="1556742547" sldId="257"/>
            <ac:spMk id="46" creationId="{00000000-0000-0000-0000-000000000000}"/>
          </ac:spMkLst>
        </pc:spChg>
      </pc:sldChg>
      <pc:sldMasterChg chg="del delSldLayout">
        <pc:chgData name="Sachidanand Gupta" userId="09dd9ead-5bc3-472e-bcee-80d8872b71b7" providerId="ADAL" clId="{E28B2DCA-C8C7-4819-AEA9-258898B00260}" dt="2025-05-23T11:55:56.891" v="23"/>
        <pc:sldMasterMkLst>
          <pc:docMk/>
          <pc:sldMasterMk cId="1095749955" sldId="2147483822"/>
        </pc:sldMasterMkLst>
        <pc:sldLayoutChg chg="del">
          <pc:chgData name="Sachidanand Gupta" userId="09dd9ead-5bc3-472e-bcee-80d8872b71b7" providerId="ADAL" clId="{E28B2DCA-C8C7-4819-AEA9-258898B00260}" dt="2025-05-23T11:55:56.891" v="23"/>
          <pc:sldLayoutMkLst>
            <pc:docMk/>
            <pc:sldMasterMk cId="1095749955" sldId="2147483822"/>
            <pc:sldLayoutMk cId="3678939126" sldId="2147483648"/>
          </pc:sldLayoutMkLst>
        </pc:sldLayoutChg>
      </pc:sldMasterChg>
      <pc:sldMasterChg chg="del delSldLayout">
        <pc:chgData name="Sachidanand Gupta" userId="09dd9ead-5bc3-472e-bcee-80d8872b71b7" providerId="ADAL" clId="{E28B2DCA-C8C7-4819-AEA9-258898B00260}" dt="2025-05-23T11:55:56.891" v="23"/>
        <pc:sldMasterMkLst>
          <pc:docMk/>
          <pc:sldMasterMk cId="4280885665" sldId="2147483827"/>
        </pc:sldMasterMkLst>
        <pc:sldLayoutChg chg="del">
          <pc:chgData name="Sachidanand Gupta" userId="09dd9ead-5bc3-472e-bcee-80d8872b71b7" providerId="ADAL" clId="{E28B2DCA-C8C7-4819-AEA9-258898B00260}" dt="2025-05-23T11:55:56.891" v="23"/>
          <pc:sldLayoutMkLst>
            <pc:docMk/>
            <pc:sldMasterMk cId="4280885665" sldId="2147483827"/>
            <pc:sldLayoutMk cId="2452546592" sldId="2147483828"/>
          </pc:sldLayoutMkLst>
        </pc:sldLayoutChg>
        <pc:sldLayoutChg chg="del">
          <pc:chgData name="Sachidanand Gupta" userId="09dd9ead-5bc3-472e-bcee-80d8872b71b7" providerId="ADAL" clId="{E28B2DCA-C8C7-4819-AEA9-258898B00260}" dt="2025-05-23T11:55:56.891" v="23"/>
          <pc:sldLayoutMkLst>
            <pc:docMk/>
            <pc:sldMasterMk cId="4280885665" sldId="2147483827"/>
            <pc:sldLayoutMk cId="1735435329" sldId="2147483829"/>
          </pc:sldLayoutMkLst>
        </pc:sldLayoutChg>
      </pc:sldMasterChg>
      <pc:sldMasterChg chg="del delSldLayout">
        <pc:chgData name="Sachidanand Gupta" userId="09dd9ead-5bc3-472e-bcee-80d8872b71b7" providerId="ADAL" clId="{E28B2DCA-C8C7-4819-AEA9-258898B00260}" dt="2025-05-23T11:55:56.891" v="23"/>
        <pc:sldMasterMkLst>
          <pc:docMk/>
          <pc:sldMasterMk cId="4267727582" sldId="2147483830"/>
        </pc:sldMasterMkLst>
        <pc:sldLayoutChg chg="del">
          <pc:chgData name="Sachidanand Gupta" userId="09dd9ead-5bc3-472e-bcee-80d8872b71b7" providerId="ADAL" clId="{E28B2DCA-C8C7-4819-AEA9-258898B00260}" dt="2025-05-23T11:55:56.891" v="23"/>
          <pc:sldLayoutMkLst>
            <pc:docMk/>
            <pc:sldMasterMk cId="4267727582" sldId="2147483830"/>
            <pc:sldLayoutMk cId="3630710353" sldId="2147483831"/>
          </pc:sldLayoutMkLst>
        </pc:sldLayoutChg>
      </pc:sldMasterChg>
      <pc:sldMasterChg chg="del delSldLayout">
        <pc:chgData name="Sachidanand Gupta" userId="09dd9ead-5bc3-472e-bcee-80d8872b71b7" providerId="ADAL" clId="{E28B2DCA-C8C7-4819-AEA9-258898B00260}" dt="2025-05-23T11:55:56.891" v="23"/>
        <pc:sldMasterMkLst>
          <pc:docMk/>
          <pc:sldMasterMk cId="2880551233" sldId="2147483832"/>
        </pc:sldMasterMkLst>
        <pc:sldLayoutChg chg="del">
          <pc:chgData name="Sachidanand Gupta" userId="09dd9ead-5bc3-472e-bcee-80d8872b71b7" providerId="ADAL" clId="{E28B2DCA-C8C7-4819-AEA9-258898B00260}" dt="2025-05-23T11:55:56.891" v="23"/>
          <pc:sldLayoutMkLst>
            <pc:docMk/>
            <pc:sldMasterMk cId="2880551233" sldId="2147483832"/>
            <pc:sldLayoutMk cId="1134978120" sldId="2147483833"/>
          </pc:sldLayoutMkLst>
        </pc:sldLayoutChg>
      </pc:sldMasterChg>
      <pc:sldMasterChg chg="del delSldLayout">
        <pc:chgData name="Sachidanand Gupta" userId="09dd9ead-5bc3-472e-bcee-80d8872b71b7" providerId="ADAL" clId="{E28B2DCA-C8C7-4819-AEA9-258898B00260}" dt="2025-05-23T11:55:56.891" v="23"/>
        <pc:sldMasterMkLst>
          <pc:docMk/>
          <pc:sldMasterMk cId="2249142600" sldId="2147483834"/>
        </pc:sldMasterMkLst>
        <pc:sldLayoutChg chg="del">
          <pc:chgData name="Sachidanand Gupta" userId="09dd9ead-5bc3-472e-bcee-80d8872b71b7" providerId="ADAL" clId="{E28B2DCA-C8C7-4819-AEA9-258898B00260}" dt="2025-05-23T11:55:56.891" v="23"/>
          <pc:sldLayoutMkLst>
            <pc:docMk/>
            <pc:sldMasterMk cId="2249142600" sldId="2147483834"/>
            <pc:sldLayoutMk cId="3447003020" sldId="2147483835"/>
          </pc:sldLayoutMkLst>
        </pc:sldLayoutChg>
      </pc:sldMasterChg>
      <pc:sldMasterChg chg="del delSldLayout">
        <pc:chgData name="Sachidanand Gupta" userId="09dd9ead-5bc3-472e-bcee-80d8872b71b7" providerId="ADAL" clId="{E28B2DCA-C8C7-4819-AEA9-258898B00260}" dt="2025-05-23T11:55:56.891" v="23"/>
        <pc:sldMasterMkLst>
          <pc:docMk/>
          <pc:sldMasterMk cId="1016702805" sldId="2147483836"/>
        </pc:sldMasterMkLst>
        <pc:sldLayoutChg chg="del">
          <pc:chgData name="Sachidanand Gupta" userId="09dd9ead-5bc3-472e-bcee-80d8872b71b7" providerId="ADAL" clId="{E28B2DCA-C8C7-4819-AEA9-258898B00260}" dt="2025-05-23T11:55:56.891" v="23"/>
          <pc:sldLayoutMkLst>
            <pc:docMk/>
            <pc:sldMasterMk cId="1016702805" sldId="2147483836"/>
            <pc:sldLayoutMk cId="3930201409" sldId="2147483837"/>
          </pc:sldLayoutMkLst>
        </pc:sldLayoutChg>
      </pc:sldMasterChg>
      <pc:sldMasterChg chg="del delSldLayout">
        <pc:chgData name="Sachidanand Gupta" userId="09dd9ead-5bc3-472e-bcee-80d8872b71b7" providerId="ADAL" clId="{E28B2DCA-C8C7-4819-AEA9-258898B00260}" dt="2025-05-23T11:55:56.891" v="23"/>
        <pc:sldMasterMkLst>
          <pc:docMk/>
          <pc:sldMasterMk cId="1773860723" sldId="2147483838"/>
        </pc:sldMasterMkLst>
        <pc:sldLayoutChg chg="del">
          <pc:chgData name="Sachidanand Gupta" userId="09dd9ead-5bc3-472e-bcee-80d8872b71b7" providerId="ADAL" clId="{E28B2DCA-C8C7-4819-AEA9-258898B00260}" dt="2025-05-23T11:55:56.891" v="23"/>
          <pc:sldLayoutMkLst>
            <pc:docMk/>
            <pc:sldMasterMk cId="1773860723" sldId="2147483838"/>
            <pc:sldLayoutMk cId="285718748" sldId="2147483839"/>
          </pc:sldLayoutMkLst>
        </pc:sldLayoutChg>
      </pc:sldMasterChg>
      <pc:sldMasterChg chg="del delSldLayout">
        <pc:chgData name="Sachidanand Gupta" userId="09dd9ead-5bc3-472e-bcee-80d8872b71b7" providerId="ADAL" clId="{E28B2DCA-C8C7-4819-AEA9-258898B00260}" dt="2025-05-23T11:55:56.891" v="23"/>
        <pc:sldMasterMkLst>
          <pc:docMk/>
          <pc:sldMasterMk cId="4118015851" sldId="2147483840"/>
        </pc:sldMasterMkLst>
        <pc:sldLayoutChg chg="del">
          <pc:chgData name="Sachidanand Gupta" userId="09dd9ead-5bc3-472e-bcee-80d8872b71b7" providerId="ADAL" clId="{E28B2DCA-C8C7-4819-AEA9-258898B00260}" dt="2025-05-23T11:55:56.891" v="23"/>
          <pc:sldLayoutMkLst>
            <pc:docMk/>
            <pc:sldMasterMk cId="4118015851" sldId="2147483840"/>
            <pc:sldLayoutMk cId="1795582019" sldId="2147483841"/>
          </pc:sldLayoutMkLst>
        </pc:sldLayoutChg>
      </pc:sldMasterChg>
      <pc:sldMasterChg chg="del delSldLayout">
        <pc:chgData name="Sachidanand Gupta" userId="09dd9ead-5bc3-472e-bcee-80d8872b71b7" providerId="ADAL" clId="{E28B2DCA-C8C7-4819-AEA9-258898B00260}" dt="2025-05-23T11:55:56.891" v="23"/>
        <pc:sldMasterMkLst>
          <pc:docMk/>
          <pc:sldMasterMk cId="2742541698" sldId="2147483842"/>
        </pc:sldMasterMkLst>
        <pc:sldLayoutChg chg="del">
          <pc:chgData name="Sachidanand Gupta" userId="09dd9ead-5bc3-472e-bcee-80d8872b71b7" providerId="ADAL" clId="{E28B2DCA-C8C7-4819-AEA9-258898B00260}" dt="2025-05-23T11:55:56.891" v="23"/>
          <pc:sldLayoutMkLst>
            <pc:docMk/>
            <pc:sldMasterMk cId="2742541698" sldId="2147483842"/>
            <pc:sldLayoutMk cId="1847056766" sldId="2147483843"/>
          </pc:sldLayoutMkLst>
        </pc:sldLayoutChg>
      </pc:sldMasterChg>
      <pc:sldMasterChg chg="del delSldLayout">
        <pc:chgData name="Sachidanand Gupta" userId="09dd9ead-5bc3-472e-bcee-80d8872b71b7" providerId="ADAL" clId="{E28B2DCA-C8C7-4819-AEA9-258898B00260}" dt="2025-05-23T11:55:56.891" v="23"/>
        <pc:sldMasterMkLst>
          <pc:docMk/>
          <pc:sldMasterMk cId="269061150" sldId="2147483844"/>
        </pc:sldMasterMkLst>
        <pc:sldLayoutChg chg="del">
          <pc:chgData name="Sachidanand Gupta" userId="09dd9ead-5bc3-472e-bcee-80d8872b71b7" providerId="ADAL" clId="{E28B2DCA-C8C7-4819-AEA9-258898B00260}" dt="2025-05-23T11:55:56.891" v="23"/>
          <pc:sldLayoutMkLst>
            <pc:docMk/>
            <pc:sldMasterMk cId="269061150" sldId="2147483844"/>
            <pc:sldLayoutMk cId="3435161095" sldId="2147483845"/>
          </pc:sldLayoutMkLst>
        </pc:sldLayoutChg>
      </pc:sldMasterChg>
      <pc:sldMasterChg chg="del delSldLayout">
        <pc:chgData name="Sachidanand Gupta" userId="09dd9ead-5bc3-472e-bcee-80d8872b71b7" providerId="ADAL" clId="{E28B2DCA-C8C7-4819-AEA9-258898B00260}" dt="2025-05-23T11:55:56.891" v="23"/>
        <pc:sldMasterMkLst>
          <pc:docMk/>
          <pc:sldMasterMk cId="1856728940" sldId="2147483846"/>
        </pc:sldMasterMkLst>
        <pc:sldLayoutChg chg="del">
          <pc:chgData name="Sachidanand Gupta" userId="09dd9ead-5bc3-472e-bcee-80d8872b71b7" providerId="ADAL" clId="{E28B2DCA-C8C7-4819-AEA9-258898B00260}" dt="2025-05-23T11:55:56.891" v="23"/>
          <pc:sldLayoutMkLst>
            <pc:docMk/>
            <pc:sldMasterMk cId="1856728940" sldId="2147483846"/>
            <pc:sldLayoutMk cId="865021681" sldId="2147483847"/>
          </pc:sldLayoutMkLst>
        </pc:sldLayoutChg>
      </pc:sldMasterChg>
      <pc:sldMasterChg chg="del delSldLayout">
        <pc:chgData name="Sachidanand Gupta" userId="09dd9ead-5bc3-472e-bcee-80d8872b71b7" providerId="ADAL" clId="{E28B2DCA-C8C7-4819-AEA9-258898B00260}" dt="2025-05-23T11:55:56.891" v="23"/>
        <pc:sldMasterMkLst>
          <pc:docMk/>
          <pc:sldMasterMk cId="1126111997" sldId="2147483848"/>
        </pc:sldMasterMkLst>
        <pc:sldLayoutChg chg="del">
          <pc:chgData name="Sachidanand Gupta" userId="09dd9ead-5bc3-472e-bcee-80d8872b71b7" providerId="ADAL" clId="{E28B2DCA-C8C7-4819-AEA9-258898B00260}" dt="2025-05-23T11:55:56.891" v="23"/>
          <pc:sldLayoutMkLst>
            <pc:docMk/>
            <pc:sldMasterMk cId="1126111997" sldId="2147483848"/>
            <pc:sldLayoutMk cId="186474973" sldId="2147483850"/>
          </pc:sldLayoutMkLst>
        </pc:sldLayoutChg>
      </pc:sldMasterChg>
      <pc:sldMasterChg chg="del delSldLayout">
        <pc:chgData name="Sachidanand Gupta" userId="09dd9ead-5bc3-472e-bcee-80d8872b71b7" providerId="ADAL" clId="{E28B2DCA-C8C7-4819-AEA9-258898B00260}" dt="2025-05-23T11:55:56.891" v="23"/>
        <pc:sldMasterMkLst>
          <pc:docMk/>
          <pc:sldMasterMk cId="3657931810" sldId="2147483851"/>
        </pc:sldMasterMkLst>
        <pc:sldLayoutChg chg="del">
          <pc:chgData name="Sachidanand Gupta" userId="09dd9ead-5bc3-472e-bcee-80d8872b71b7" providerId="ADAL" clId="{E28B2DCA-C8C7-4819-AEA9-258898B00260}" dt="2025-05-23T11:55:56.891" v="23"/>
          <pc:sldLayoutMkLst>
            <pc:docMk/>
            <pc:sldMasterMk cId="3657931810" sldId="2147483851"/>
            <pc:sldLayoutMk cId="1005366660" sldId="2147483852"/>
          </pc:sldLayoutMkLst>
        </pc:sldLayoutChg>
      </pc:sldMasterChg>
      <pc:sldMasterChg chg="del delSldLayout">
        <pc:chgData name="Sachidanand Gupta" userId="09dd9ead-5bc3-472e-bcee-80d8872b71b7" providerId="ADAL" clId="{E28B2DCA-C8C7-4819-AEA9-258898B00260}" dt="2025-05-23T11:55:56.891" v="23"/>
        <pc:sldMasterMkLst>
          <pc:docMk/>
          <pc:sldMasterMk cId="9813343" sldId="2147483853"/>
        </pc:sldMasterMkLst>
        <pc:sldLayoutChg chg="del">
          <pc:chgData name="Sachidanand Gupta" userId="09dd9ead-5bc3-472e-bcee-80d8872b71b7" providerId="ADAL" clId="{E28B2DCA-C8C7-4819-AEA9-258898B00260}" dt="2025-05-23T11:55:56.891" v="23"/>
          <pc:sldLayoutMkLst>
            <pc:docMk/>
            <pc:sldMasterMk cId="9813343" sldId="2147483853"/>
            <pc:sldLayoutMk cId="1153125251" sldId="2147483854"/>
          </pc:sldLayoutMkLst>
        </pc:sldLayoutChg>
      </pc:sldMasterChg>
      <pc:sldMasterChg chg="del delSldLayout">
        <pc:chgData name="Sachidanand Gupta" userId="09dd9ead-5bc3-472e-bcee-80d8872b71b7" providerId="ADAL" clId="{E28B2DCA-C8C7-4819-AEA9-258898B00260}" dt="2025-05-23T11:55:56.891" v="23"/>
        <pc:sldMasterMkLst>
          <pc:docMk/>
          <pc:sldMasterMk cId="3420853070" sldId="2147483855"/>
        </pc:sldMasterMkLst>
        <pc:sldLayoutChg chg="del">
          <pc:chgData name="Sachidanand Gupta" userId="09dd9ead-5bc3-472e-bcee-80d8872b71b7" providerId="ADAL" clId="{E28B2DCA-C8C7-4819-AEA9-258898B00260}" dt="2025-05-23T11:55:56.891" v="23"/>
          <pc:sldLayoutMkLst>
            <pc:docMk/>
            <pc:sldMasterMk cId="3420853070" sldId="2147483855"/>
            <pc:sldLayoutMk cId="2429391613" sldId="2147483856"/>
          </pc:sldLayoutMkLst>
        </pc:sldLayoutChg>
      </pc:sldMasterChg>
      <pc:sldMasterChg chg="del delSldLayout">
        <pc:chgData name="Sachidanand Gupta" userId="09dd9ead-5bc3-472e-bcee-80d8872b71b7" providerId="ADAL" clId="{E28B2DCA-C8C7-4819-AEA9-258898B00260}" dt="2025-05-23T11:55:56.891" v="23"/>
        <pc:sldMasterMkLst>
          <pc:docMk/>
          <pc:sldMasterMk cId="2167122028" sldId="2147483857"/>
        </pc:sldMasterMkLst>
        <pc:sldLayoutChg chg="del">
          <pc:chgData name="Sachidanand Gupta" userId="09dd9ead-5bc3-472e-bcee-80d8872b71b7" providerId="ADAL" clId="{E28B2DCA-C8C7-4819-AEA9-258898B00260}" dt="2025-05-23T11:55:56.891" v="23"/>
          <pc:sldLayoutMkLst>
            <pc:docMk/>
            <pc:sldMasterMk cId="2167122028" sldId="2147483857"/>
            <pc:sldLayoutMk cId="3788001838" sldId="2147483858"/>
          </pc:sldLayoutMkLst>
        </pc:sldLayoutChg>
        <pc:sldLayoutChg chg="del">
          <pc:chgData name="Sachidanand Gupta" userId="09dd9ead-5bc3-472e-bcee-80d8872b71b7" providerId="ADAL" clId="{E28B2DCA-C8C7-4819-AEA9-258898B00260}" dt="2025-05-23T11:55:56.891" v="23"/>
          <pc:sldLayoutMkLst>
            <pc:docMk/>
            <pc:sldMasterMk cId="2167122028" sldId="2147483857"/>
            <pc:sldLayoutMk cId="1535246480" sldId="2147483859"/>
          </pc:sldLayoutMkLst>
        </pc:sldLayoutChg>
        <pc:sldLayoutChg chg="del">
          <pc:chgData name="Sachidanand Gupta" userId="09dd9ead-5bc3-472e-bcee-80d8872b71b7" providerId="ADAL" clId="{E28B2DCA-C8C7-4819-AEA9-258898B00260}" dt="2025-05-23T11:55:56.891" v="23"/>
          <pc:sldLayoutMkLst>
            <pc:docMk/>
            <pc:sldMasterMk cId="2167122028" sldId="2147483857"/>
            <pc:sldLayoutMk cId="2861839962" sldId="2147483860"/>
          </pc:sldLayoutMkLst>
        </pc:sldLayoutChg>
        <pc:sldLayoutChg chg="del">
          <pc:chgData name="Sachidanand Gupta" userId="09dd9ead-5bc3-472e-bcee-80d8872b71b7" providerId="ADAL" clId="{E28B2DCA-C8C7-4819-AEA9-258898B00260}" dt="2025-05-23T11:55:56.891" v="23"/>
          <pc:sldLayoutMkLst>
            <pc:docMk/>
            <pc:sldMasterMk cId="2167122028" sldId="2147483857"/>
            <pc:sldLayoutMk cId="4060400385" sldId="214748386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F93363-4B1F-4C8E-A6A8-E59E73B1D5DB}"/>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9F94A02-2C6F-4C3E-B8A6-F4E320ED106D}"/>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E053A15D-369C-476E-A4FD-27B2714E554A}" type="datetimeFigureOut">
              <a:rPr lang="en-US" smtClean="0"/>
              <a:t>9/3/2025</a:t>
            </a:fld>
            <a:endParaRPr lang="en-US" dirty="0"/>
          </a:p>
        </p:txBody>
      </p:sp>
      <p:sp>
        <p:nvSpPr>
          <p:cNvPr id="4" name="Footer Placeholder 3">
            <a:extLst>
              <a:ext uri="{FF2B5EF4-FFF2-40B4-BE49-F238E27FC236}">
                <a16:creationId xmlns:a16="http://schemas.microsoft.com/office/drawing/2014/main" id="{B4DC65AE-70C1-456E-BDCB-3BF147736CFA}"/>
              </a:ext>
            </a:extLst>
          </p:cNvPr>
          <p:cNvSpPr>
            <a:spLocks noGrp="1"/>
          </p:cNvSpPr>
          <p:nvPr>
            <p:ph type="ftr" sz="quarter" idx="2"/>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96D416F-24FB-46D6-8460-CBAA61BA370F}"/>
              </a:ext>
            </a:extLst>
          </p:cNvPr>
          <p:cNvSpPr>
            <a:spLocks noGrp="1"/>
          </p:cNvSpPr>
          <p:nvPr>
            <p:ph type="sldNum" sz="quarter" idx="3"/>
          </p:nvPr>
        </p:nvSpPr>
        <p:spPr>
          <a:xfrm>
            <a:off x="11387138" y="10748963"/>
            <a:ext cx="8712200" cy="566737"/>
          </a:xfrm>
          <a:prstGeom prst="rect">
            <a:avLst/>
          </a:prstGeom>
        </p:spPr>
        <p:txBody>
          <a:bodyPr vert="horz" lIns="91440" tIns="45720" rIns="91440" bIns="45720" rtlCol="0" anchor="b"/>
          <a:lstStyle>
            <a:lvl1pPr algn="r">
              <a:defRPr sz="1200"/>
            </a:lvl1pPr>
          </a:lstStyle>
          <a:p>
            <a:fld id="{FBF4DE49-BEC2-4CDB-9AEE-41A7BC71EE60}" type="slidenum">
              <a:rPr lang="en-US" smtClean="0"/>
              <a:t>‹#›</a:t>
            </a:fld>
            <a:endParaRPr lang="en-US" dirty="0"/>
          </a:p>
        </p:txBody>
      </p:sp>
    </p:spTree>
    <p:extLst>
      <p:ext uri="{BB962C8B-B14F-4D97-AF65-F5344CB8AC3E}">
        <p14:creationId xmlns:p14="http://schemas.microsoft.com/office/powerpoint/2010/main" val="5873775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C7BD8B44-2349-4EE3-B0D0-553C8A2F62DF}" type="datetimeFigureOut">
              <a:rPr lang="en-US" smtClean="0"/>
              <a:t>9/3/2025</a:t>
            </a:fld>
            <a:endParaRPr lang="en-US" dirty="0"/>
          </a:p>
        </p:txBody>
      </p:sp>
      <p:sp>
        <p:nvSpPr>
          <p:cNvPr id="4" name="Slide Image Placeholder 3"/>
          <p:cNvSpPr>
            <a:spLocks noGrp="1" noRot="1" noChangeAspect="1"/>
          </p:cNvSpPr>
          <p:nvPr>
            <p:ph type="sldImg" idx="2"/>
          </p:nvPr>
        </p:nvSpPr>
        <p:spPr>
          <a:xfrm>
            <a:off x="6656388" y="1414463"/>
            <a:ext cx="6791325" cy="38195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2009775" y="5445125"/>
            <a:ext cx="16084550" cy="44561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11387138" y="10748963"/>
            <a:ext cx="8712200" cy="566737"/>
          </a:xfrm>
          <a:prstGeom prst="rect">
            <a:avLst/>
          </a:prstGeom>
        </p:spPr>
        <p:txBody>
          <a:bodyPr vert="horz" lIns="91440" tIns="45720" rIns="91440" bIns="45720" rtlCol="0" anchor="b"/>
          <a:lstStyle>
            <a:lvl1pPr algn="r">
              <a:defRPr sz="1200"/>
            </a:lvl1pPr>
          </a:lstStyle>
          <a:p>
            <a:fld id="{E3D9C5E5-9620-4FBC-AD03-52B8306EED06}" type="slidenum">
              <a:rPr lang="en-US" smtClean="0"/>
              <a:t>‹#›</a:t>
            </a:fld>
            <a:endParaRPr lang="en-US" dirty="0"/>
          </a:p>
        </p:txBody>
      </p:sp>
    </p:spTree>
    <p:extLst>
      <p:ext uri="{BB962C8B-B14F-4D97-AF65-F5344CB8AC3E}">
        <p14:creationId xmlns:p14="http://schemas.microsoft.com/office/powerpoint/2010/main" val="3355417413"/>
      </p:ext>
    </p:extLst>
  </p:cSld>
  <p:clrMap bg1="lt1" tx1="dk1" bg2="lt2" tx2="dk2" accent1="accent1" accent2="accent2" accent3="accent3" accent4="accent4" accent5="accent5" accent6="accent6" hlink="hlink" folHlink="folHlink"/>
  <p:notesStyle>
    <a:lvl1pPr marL="0" algn="l" defTabSz="914355" rtl="0" eaLnBrk="1" latinLnBrk="0" hangingPunct="1">
      <a:defRPr sz="1200" kern="1200">
        <a:solidFill>
          <a:schemeClr val="tx1"/>
        </a:solidFill>
        <a:latin typeface="+mn-lt"/>
        <a:ea typeface="+mn-ea"/>
        <a:cs typeface="+mn-cs"/>
      </a:defRPr>
    </a:lvl1pPr>
    <a:lvl2pPr marL="457178" algn="l" defTabSz="914355" rtl="0" eaLnBrk="1" latinLnBrk="0" hangingPunct="1">
      <a:defRPr sz="1200" kern="1200">
        <a:solidFill>
          <a:schemeClr val="tx1"/>
        </a:solidFill>
        <a:latin typeface="+mn-lt"/>
        <a:ea typeface="+mn-ea"/>
        <a:cs typeface="+mn-cs"/>
      </a:defRPr>
    </a:lvl2pPr>
    <a:lvl3pPr marL="914355" algn="l" defTabSz="914355" rtl="0" eaLnBrk="1" latinLnBrk="0" hangingPunct="1">
      <a:defRPr sz="1200" kern="1200">
        <a:solidFill>
          <a:schemeClr val="tx1"/>
        </a:solidFill>
        <a:latin typeface="+mn-lt"/>
        <a:ea typeface="+mn-ea"/>
        <a:cs typeface="+mn-cs"/>
      </a:defRPr>
    </a:lvl3pPr>
    <a:lvl4pPr marL="1371532" algn="l" defTabSz="914355" rtl="0" eaLnBrk="1" latinLnBrk="0" hangingPunct="1">
      <a:defRPr sz="1200" kern="1200">
        <a:solidFill>
          <a:schemeClr val="tx1"/>
        </a:solidFill>
        <a:latin typeface="+mn-lt"/>
        <a:ea typeface="+mn-ea"/>
        <a:cs typeface="+mn-cs"/>
      </a:defRPr>
    </a:lvl4pPr>
    <a:lvl5pPr marL="1828709" algn="l" defTabSz="914355" rtl="0" eaLnBrk="1" latinLnBrk="0" hangingPunct="1">
      <a:defRPr sz="1200" kern="1200">
        <a:solidFill>
          <a:schemeClr val="tx1"/>
        </a:solidFill>
        <a:latin typeface="+mn-lt"/>
        <a:ea typeface="+mn-ea"/>
        <a:cs typeface="+mn-cs"/>
      </a:defRPr>
    </a:lvl5pPr>
    <a:lvl6pPr marL="2285886" algn="l" defTabSz="914355" rtl="0" eaLnBrk="1" latinLnBrk="0" hangingPunct="1">
      <a:defRPr sz="1200" kern="1200">
        <a:solidFill>
          <a:schemeClr val="tx1"/>
        </a:solidFill>
        <a:latin typeface="+mn-lt"/>
        <a:ea typeface="+mn-ea"/>
        <a:cs typeface="+mn-cs"/>
      </a:defRPr>
    </a:lvl6pPr>
    <a:lvl7pPr marL="2743064" algn="l" defTabSz="914355" rtl="0" eaLnBrk="1" latinLnBrk="0" hangingPunct="1">
      <a:defRPr sz="1200" kern="1200">
        <a:solidFill>
          <a:schemeClr val="tx1"/>
        </a:solidFill>
        <a:latin typeface="+mn-lt"/>
        <a:ea typeface="+mn-ea"/>
        <a:cs typeface="+mn-cs"/>
      </a:defRPr>
    </a:lvl7pPr>
    <a:lvl8pPr marL="3200240" algn="l" defTabSz="914355" rtl="0" eaLnBrk="1" latinLnBrk="0" hangingPunct="1">
      <a:defRPr sz="1200" kern="1200">
        <a:solidFill>
          <a:schemeClr val="tx1"/>
        </a:solidFill>
        <a:latin typeface="+mn-lt"/>
        <a:ea typeface="+mn-ea"/>
        <a:cs typeface="+mn-cs"/>
      </a:defRPr>
    </a:lvl8pPr>
    <a:lvl9pPr marL="3657418" algn="l" defTabSz="91435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BA29-C8B7-4C4E-8C81-C755665237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E72271-086E-4FC1-9362-D725AEF5AD6C}"/>
              </a:ext>
            </a:extLst>
          </p:cNvPr>
          <p:cNvSpPr>
            <a:spLocks noGrp="1"/>
          </p:cNvSpPr>
          <p:nvPr>
            <p:ph idx="1"/>
          </p:nvPr>
        </p:nvSpPr>
        <p:spPr>
          <a:xfrm>
            <a:off x="287359" y="839933"/>
            <a:ext cx="8572737" cy="3263034"/>
          </a:xfrm>
        </p:spPr>
        <p:txBody>
          <a:bodyPr vert="horz" lIns="0" tIns="45720" rIns="0" bIns="45720" rtlCol="0">
            <a:normAutofit/>
          </a:bodyPr>
          <a:lstStyle>
            <a:lvl1pPr>
              <a:defRPr lang="en-US" dirty="0"/>
            </a:lvl1pPr>
            <a:lvl2pPr>
              <a:defRPr lang="en-US" dirty="0"/>
            </a:lvl2pPr>
            <a:lvl3pPr>
              <a:defRPr lang="en-US" dirty="0"/>
            </a:lvl3pPr>
            <a:lvl4pPr>
              <a:defRPr lang="en-US" dirty="0"/>
            </a:lvl4pPr>
            <a:lvl5pPr>
              <a:defRPr lang="en-US" dirty="0"/>
            </a:lvl5pPr>
          </a:lstStyle>
          <a:p>
            <a:pPr marL="171442" lvl="0" indent="-171442">
              <a:buClr>
                <a:srgbClr val="F03782"/>
              </a:buClr>
            </a:pPr>
            <a:r>
              <a:rPr lang="en-US"/>
              <a:t>Click to edit Master text styles</a:t>
            </a:r>
          </a:p>
          <a:p>
            <a:pPr marL="171442" lvl="1" indent="-171442">
              <a:buClr>
                <a:srgbClr val="F03782"/>
              </a:buClr>
            </a:pPr>
            <a:r>
              <a:rPr lang="en-US"/>
              <a:t>Second level</a:t>
            </a:r>
          </a:p>
          <a:p>
            <a:pPr marL="171442" lvl="2" indent="-171442">
              <a:buClr>
                <a:srgbClr val="F03782"/>
              </a:buClr>
            </a:pPr>
            <a:r>
              <a:rPr lang="en-US"/>
              <a:t>Third level</a:t>
            </a:r>
          </a:p>
          <a:p>
            <a:pPr marL="171442" lvl="3" indent="-171442">
              <a:buClr>
                <a:srgbClr val="F03782"/>
              </a:buClr>
            </a:pPr>
            <a:r>
              <a:rPr lang="en-US"/>
              <a:t>Fourth level</a:t>
            </a:r>
          </a:p>
          <a:p>
            <a:pPr marL="171442" lvl="4" indent="-171442">
              <a:buClr>
                <a:srgbClr val="F03782"/>
              </a:buClr>
            </a:pPr>
            <a:r>
              <a:rPr lang="en-US"/>
              <a:t>Fifth level</a:t>
            </a:r>
            <a:endParaRPr lang="en-US" dirty="0"/>
          </a:p>
        </p:txBody>
      </p:sp>
      <p:sp>
        <p:nvSpPr>
          <p:cNvPr id="4" name="Footer Placeholder 3">
            <a:extLst>
              <a:ext uri="{FF2B5EF4-FFF2-40B4-BE49-F238E27FC236}">
                <a16:creationId xmlns:a16="http://schemas.microsoft.com/office/drawing/2014/main" id="{36FD4E52-5098-4AC2-91CF-F352A63268E8}"/>
              </a:ext>
            </a:extLst>
          </p:cNvPr>
          <p:cNvSpPr>
            <a:spLocks noGrp="1"/>
          </p:cNvSpPr>
          <p:nvPr>
            <p:ph type="ftr" sz="quarter" idx="10"/>
          </p:nvPr>
        </p:nvSpPr>
        <p:spPr/>
        <p:txBody>
          <a:bodyPr/>
          <a:lstStyle/>
          <a:p>
            <a:r>
              <a:rPr lang="en-US" dirty="0"/>
              <a:t>TCS Confidential</a:t>
            </a:r>
          </a:p>
        </p:txBody>
      </p:sp>
    </p:spTree>
    <p:extLst>
      <p:ext uri="{BB962C8B-B14F-4D97-AF65-F5344CB8AC3E}">
        <p14:creationId xmlns:p14="http://schemas.microsoft.com/office/powerpoint/2010/main" val="175903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8D87-8B94-4E76-9CDA-6586738B099F}"/>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24D5C33-AE96-4EA1-B2BB-AAA290AC8AAD}"/>
              </a:ext>
            </a:extLst>
          </p:cNvPr>
          <p:cNvSpPr>
            <a:spLocks noGrp="1"/>
          </p:cNvSpPr>
          <p:nvPr>
            <p:ph type="ftr" sz="quarter" idx="10"/>
          </p:nvPr>
        </p:nvSpPr>
        <p:spPr/>
        <p:txBody>
          <a:bodyPr/>
          <a:lstStyle/>
          <a:p>
            <a:r>
              <a:rPr lang="en-US" dirty="0"/>
              <a:t>TCS Confidential</a:t>
            </a:r>
          </a:p>
        </p:txBody>
      </p:sp>
    </p:spTree>
    <p:extLst>
      <p:ext uri="{BB962C8B-B14F-4D97-AF65-F5344CB8AC3E}">
        <p14:creationId xmlns:p14="http://schemas.microsoft.com/office/powerpoint/2010/main" val="3093547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00BE381-38C8-4224-A4AC-6073EF1F1A8A}"/>
              </a:ext>
            </a:extLst>
          </p:cNvPr>
          <p:cNvSpPr>
            <a:spLocks noGrp="1"/>
          </p:cNvSpPr>
          <p:nvPr>
            <p:ph type="ftr" sz="quarter" idx="10"/>
          </p:nvPr>
        </p:nvSpPr>
        <p:spPr/>
        <p:txBody>
          <a:bodyPr/>
          <a:lstStyle/>
          <a:p>
            <a:r>
              <a:rPr lang="en-US" dirty="0"/>
              <a:t>TCS Confidential</a:t>
            </a:r>
          </a:p>
        </p:txBody>
      </p:sp>
    </p:spTree>
    <p:extLst>
      <p:ext uri="{BB962C8B-B14F-4D97-AF65-F5344CB8AC3E}">
        <p14:creationId xmlns:p14="http://schemas.microsoft.com/office/powerpoint/2010/main" val="12850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BA29-C8B7-4C4E-8C81-C755665237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E72271-086E-4FC1-9362-D725AEF5AD6C}"/>
              </a:ext>
            </a:extLst>
          </p:cNvPr>
          <p:cNvSpPr>
            <a:spLocks noGrp="1"/>
          </p:cNvSpPr>
          <p:nvPr>
            <p:ph idx="1"/>
          </p:nvPr>
        </p:nvSpPr>
        <p:spPr>
          <a:xfrm>
            <a:off x="287359" y="839933"/>
            <a:ext cx="8572737" cy="3263034"/>
          </a:xfrm>
        </p:spPr>
        <p:txBody>
          <a:bodyPr vert="horz" lIns="0" tIns="45720" rIns="0" bIns="45720" rtlCol="0">
            <a:normAutofit/>
          </a:bodyPr>
          <a:lstStyle>
            <a:lvl1pPr>
              <a:buClr>
                <a:srgbClr val="E41165"/>
              </a:buClr>
              <a:defRPr lang="en-US" dirty="0"/>
            </a:lvl1pPr>
            <a:lvl2pPr>
              <a:buClr>
                <a:srgbClr val="E41165"/>
              </a:buClr>
              <a:defRPr lang="en-US" dirty="0"/>
            </a:lvl2pPr>
            <a:lvl3pPr>
              <a:defRPr lang="en-US" dirty="0"/>
            </a:lvl3pPr>
            <a:lvl4pPr>
              <a:defRPr lang="en-US" dirty="0"/>
            </a:lvl4pPr>
            <a:lvl5pPr>
              <a:defRPr lang="en-US" dirty="0"/>
            </a:lvl5pPr>
          </a:lstStyle>
          <a:p>
            <a:pPr marL="171442" lvl="0" indent="-171442">
              <a:buClr>
                <a:srgbClr val="F03782"/>
              </a:buClr>
            </a:pPr>
            <a:r>
              <a:rPr lang="en-US" dirty="0"/>
              <a:t>Click to edit Master text styles</a:t>
            </a:r>
          </a:p>
          <a:p>
            <a:pPr marL="379354" lvl="1" indent="-171442">
              <a:buClr>
                <a:srgbClr val="F03782"/>
              </a:buClr>
              <a:buFont typeface="Symbol" panose="05050102010706020507" pitchFamily="18" charset="2"/>
              <a:buChar char="-"/>
            </a:pPr>
            <a:r>
              <a:rPr lang="en-US" dirty="0"/>
              <a:t>Second level</a:t>
            </a:r>
          </a:p>
          <a:p>
            <a:pPr marL="587264" lvl="2" indent="-171442">
              <a:buClr>
                <a:srgbClr val="F03782"/>
              </a:buClr>
            </a:pPr>
            <a:r>
              <a:rPr lang="en-US" dirty="0"/>
              <a:t>Third level</a:t>
            </a:r>
          </a:p>
          <a:p>
            <a:pPr marL="795176" lvl="3" indent="-171442">
              <a:buClr>
                <a:srgbClr val="F03782"/>
              </a:buClr>
              <a:buFont typeface="Courier New" panose="02070309020205020404" pitchFamily="49" charset="0"/>
              <a:buChar char="o"/>
            </a:pPr>
            <a:r>
              <a:rPr lang="en-US" dirty="0"/>
              <a:t>Fourth level</a:t>
            </a:r>
          </a:p>
          <a:p>
            <a:pPr marL="1003088" lvl="4" indent="-171442">
              <a:buClr>
                <a:srgbClr val="F03782"/>
              </a:buClr>
            </a:pPr>
            <a:r>
              <a:rPr lang="en-US" dirty="0"/>
              <a:t>Fifth level</a:t>
            </a:r>
          </a:p>
        </p:txBody>
      </p:sp>
      <p:sp>
        <p:nvSpPr>
          <p:cNvPr id="4" name="Footer Placeholder 3">
            <a:extLst>
              <a:ext uri="{FF2B5EF4-FFF2-40B4-BE49-F238E27FC236}">
                <a16:creationId xmlns:a16="http://schemas.microsoft.com/office/drawing/2014/main" id="{36FD4E52-5098-4AC2-91CF-F352A63268E8}"/>
              </a:ext>
            </a:extLst>
          </p:cNvPr>
          <p:cNvSpPr>
            <a:spLocks noGrp="1"/>
          </p:cNvSpPr>
          <p:nvPr>
            <p:ph type="ftr" sz="quarter" idx="10"/>
          </p:nvPr>
        </p:nvSpPr>
        <p:spPr/>
        <p:txBody>
          <a:bodyPr/>
          <a:lstStyle/>
          <a:p>
            <a:r>
              <a:rPr lang="en-US" dirty="0"/>
              <a:t>TCS Confidential</a:t>
            </a:r>
          </a:p>
        </p:txBody>
      </p:sp>
    </p:spTree>
    <p:extLst>
      <p:ext uri="{BB962C8B-B14F-4D97-AF65-F5344CB8AC3E}">
        <p14:creationId xmlns:p14="http://schemas.microsoft.com/office/powerpoint/2010/main" val="930373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8D87-8B94-4E76-9CDA-6586738B099F}"/>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24D5C33-AE96-4EA1-B2BB-AAA290AC8AAD}"/>
              </a:ext>
            </a:extLst>
          </p:cNvPr>
          <p:cNvSpPr>
            <a:spLocks noGrp="1"/>
          </p:cNvSpPr>
          <p:nvPr>
            <p:ph type="ftr" sz="quarter" idx="10"/>
          </p:nvPr>
        </p:nvSpPr>
        <p:spPr/>
        <p:txBody>
          <a:bodyPr/>
          <a:lstStyle/>
          <a:p>
            <a:r>
              <a:rPr lang="en-US" dirty="0"/>
              <a:t>TCS Confidential</a:t>
            </a:r>
          </a:p>
        </p:txBody>
      </p:sp>
    </p:spTree>
    <p:extLst>
      <p:ext uri="{BB962C8B-B14F-4D97-AF65-F5344CB8AC3E}">
        <p14:creationId xmlns:p14="http://schemas.microsoft.com/office/powerpoint/2010/main" val="3618961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00BE381-38C8-4224-A4AC-6073EF1F1A8A}"/>
              </a:ext>
            </a:extLst>
          </p:cNvPr>
          <p:cNvSpPr>
            <a:spLocks noGrp="1"/>
          </p:cNvSpPr>
          <p:nvPr>
            <p:ph type="ftr" sz="quarter" idx="10"/>
          </p:nvPr>
        </p:nvSpPr>
        <p:spPr/>
        <p:txBody>
          <a:bodyPr/>
          <a:lstStyle/>
          <a:p>
            <a:r>
              <a:rPr lang="en-US" dirty="0"/>
              <a:t>TCS Confidential</a:t>
            </a:r>
          </a:p>
        </p:txBody>
      </p:sp>
    </p:spTree>
    <p:extLst>
      <p:ext uri="{BB962C8B-B14F-4D97-AF65-F5344CB8AC3E}">
        <p14:creationId xmlns:p14="http://schemas.microsoft.com/office/powerpoint/2010/main" val="3473983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slideLayout" Target="../slideLayouts/slideLayout6.xml"/><Relationship Id="rId7"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4E41C23-2A04-440A-A439-8B36022F5942}"/>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dirty="0"/>
          </a:p>
        </p:txBody>
      </p:sp>
      <p:sp>
        <p:nvSpPr>
          <p:cNvPr id="2" name="Title Placeholder 1">
            <a:extLst>
              <a:ext uri="{FF2B5EF4-FFF2-40B4-BE49-F238E27FC236}">
                <a16:creationId xmlns:a16="http://schemas.microsoft.com/office/drawing/2014/main" id="{CCADBEFC-FA18-4CB3-8943-7B03BFC04162}"/>
              </a:ext>
            </a:extLst>
          </p:cNvPr>
          <p:cNvSpPr>
            <a:spLocks noGrp="1"/>
          </p:cNvSpPr>
          <p:nvPr>
            <p:ph type="title"/>
          </p:nvPr>
        </p:nvSpPr>
        <p:spPr>
          <a:xfrm>
            <a:off x="192992" y="107915"/>
            <a:ext cx="7886195" cy="553027"/>
          </a:xfrm>
          <a:prstGeom prst="rect">
            <a:avLst/>
          </a:prstGeom>
        </p:spPr>
        <p:txBody>
          <a:bodyPr vert="horz" lIns="91440" tIns="45720" rIns="91440" bIns="45720" rtlCol="0" anchor="t">
            <a:no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AE230D6D-B7EA-4150-94B2-C963D98EB6B3}"/>
              </a:ext>
            </a:extLst>
          </p:cNvPr>
          <p:cNvSpPr>
            <a:spLocks noGrp="1"/>
          </p:cNvSpPr>
          <p:nvPr>
            <p:ph type="body" idx="1"/>
          </p:nvPr>
        </p:nvSpPr>
        <p:spPr>
          <a:xfrm>
            <a:off x="293665" y="839933"/>
            <a:ext cx="8572737" cy="3263034"/>
          </a:xfrm>
          <a:prstGeom prst="rect">
            <a:avLst/>
          </a:prstGeom>
        </p:spPr>
        <p:txBody>
          <a:bodyPr vert="horz" lIns="0" tIns="45720" rIns="0" bIns="45720" rtlCol="0">
            <a:normAutofit/>
          </a:bodyPr>
          <a:lstStyle/>
          <a:p>
            <a:pPr marL="171442" lvl="0" indent="-171442">
              <a:buClr>
                <a:srgbClr val="F03782"/>
              </a:buClr>
            </a:pPr>
            <a:r>
              <a:rPr lang="en-US"/>
              <a:t>Click to edit Master text styles</a:t>
            </a:r>
          </a:p>
          <a:p>
            <a:pPr marL="171442" lvl="1" indent="-171442">
              <a:buClr>
                <a:srgbClr val="F03782"/>
              </a:buClr>
            </a:pPr>
            <a:r>
              <a:rPr lang="en-US"/>
              <a:t>Second level</a:t>
            </a:r>
          </a:p>
          <a:p>
            <a:pPr marL="171442" lvl="2" indent="-171442">
              <a:buClr>
                <a:srgbClr val="F03782"/>
              </a:buClr>
            </a:pPr>
            <a:r>
              <a:rPr lang="en-US"/>
              <a:t>Third level</a:t>
            </a:r>
          </a:p>
          <a:p>
            <a:pPr marL="171442" lvl="3" indent="-171442">
              <a:buClr>
                <a:srgbClr val="F03782"/>
              </a:buClr>
            </a:pPr>
            <a:r>
              <a:rPr lang="en-US"/>
              <a:t>Fourth level</a:t>
            </a:r>
          </a:p>
          <a:p>
            <a:pPr marL="171442" lvl="4" indent="-171442">
              <a:buClr>
                <a:srgbClr val="F03782"/>
              </a:buClr>
            </a:pPr>
            <a:r>
              <a:rPr lang="en-US"/>
              <a:t>Fifth level</a:t>
            </a:r>
            <a:endParaRPr lang="en-US" dirty="0"/>
          </a:p>
        </p:txBody>
      </p:sp>
      <p:cxnSp>
        <p:nvCxnSpPr>
          <p:cNvPr id="25" name="Straight Connector 24">
            <a:extLst>
              <a:ext uri="{FF2B5EF4-FFF2-40B4-BE49-F238E27FC236}">
                <a16:creationId xmlns:a16="http://schemas.microsoft.com/office/drawing/2014/main" id="{2062E987-DCEA-4D36-A8D6-3A4C817A4EDF}"/>
              </a:ext>
            </a:extLst>
          </p:cNvPr>
          <p:cNvCxnSpPr/>
          <p:nvPr userDrawn="1"/>
        </p:nvCxnSpPr>
        <p:spPr>
          <a:xfrm>
            <a:off x="4565002" y="4942596"/>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
        <p:nvSpPr>
          <p:cNvPr id="26" name="Footer Placeholder 25">
            <a:extLst>
              <a:ext uri="{FF2B5EF4-FFF2-40B4-BE49-F238E27FC236}">
                <a16:creationId xmlns:a16="http://schemas.microsoft.com/office/drawing/2014/main" id="{6AC0F397-9BF6-4594-946F-74C8A8FA0175}"/>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US" sz="700">
                <a:solidFill>
                  <a:schemeClr val="tx1">
                    <a:lumMod val="75000"/>
                    <a:lumOff val="25000"/>
                  </a:schemeClr>
                </a:solidFill>
              </a:defRPr>
            </a:lvl1pPr>
          </a:lstStyle>
          <a:p>
            <a:r>
              <a:rPr lang="en-US" dirty="0"/>
              <a:t>TCS Confidential</a:t>
            </a:r>
          </a:p>
        </p:txBody>
      </p:sp>
      <p:sp>
        <p:nvSpPr>
          <p:cNvPr id="28" name="Rectangle 71">
            <a:extLst>
              <a:ext uri="{FF2B5EF4-FFF2-40B4-BE49-F238E27FC236}">
                <a16:creationId xmlns:a16="http://schemas.microsoft.com/office/drawing/2014/main" id="{D6FF4C5E-6B0C-4334-B3AE-3C2ABAF43B4C}"/>
              </a:ext>
            </a:extLst>
          </p:cNvPr>
          <p:cNvSpPr txBox="1">
            <a:spLocks noChangeArrowheads="1"/>
          </p:cNvSpPr>
          <p:nvPr userDrawn="1"/>
        </p:nvSpPr>
        <p:spPr bwMode="auto">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sz="700" noProof="0" smtClean="0"/>
              <a:pPr lvl="0"/>
              <a:t>‹#›</a:t>
            </a:fld>
            <a:r>
              <a:rPr lang="en-US" sz="700" noProof="0" dirty="0"/>
              <a:t> </a:t>
            </a:r>
          </a:p>
        </p:txBody>
      </p:sp>
      <p:cxnSp>
        <p:nvCxnSpPr>
          <p:cNvPr id="29" name="Straight Connector 28">
            <a:extLst>
              <a:ext uri="{FF2B5EF4-FFF2-40B4-BE49-F238E27FC236}">
                <a16:creationId xmlns:a16="http://schemas.microsoft.com/office/drawing/2014/main" id="{F6F403C3-AECA-43E3-B70F-8CE8C20C79F8}"/>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3AF0D48-F837-443A-B742-FA8AFEE7A4BD}"/>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dirty="0">
              <a:solidFill>
                <a:schemeClr val="tx1"/>
              </a:solidFill>
            </a:endParaRPr>
          </a:p>
        </p:txBody>
      </p:sp>
      <p:pic>
        <p:nvPicPr>
          <p:cNvPr id="16" name="Picture 12">
            <a:extLst>
              <a:ext uri="{FF2B5EF4-FFF2-40B4-BE49-F238E27FC236}">
                <a16:creationId xmlns:a16="http://schemas.microsoft.com/office/drawing/2014/main" id="{0A546CE0-DB7F-4056-8F41-AAB273C1EF5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7962479" y="4935086"/>
            <a:ext cx="903923" cy="118872"/>
          </a:xfrm>
          <a:prstGeom prst="rect">
            <a:avLst/>
          </a:prstGeom>
        </p:spPr>
      </p:pic>
      <p:sp>
        <p:nvSpPr>
          <p:cNvPr id="13" name="Rectangle 12">
            <a:extLst>
              <a:ext uri="{FF2B5EF4-FFF2-40B4-BE49-F238E27FC236}">
                <a16:creationId xmlns:a16="http://schemas.microsoft.com/office/drawing/2014/main" id="{E5AFFEEF-BA33-4360-BE60-2A11102F0184}"/>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dirty="0"/>
          </a:p>
        </p:txBody>
      </p:sp>
      <p:pic>
        <p:nvPicPr>
          <p:cNvPr id="8" name="Graphic 7">
            <a:extLst>
              <a:ext uri="{FF2B5EF4-FFF2-40B4-BE49-F238E27FC236}">
                <a16:creationId xmlns:a16="http://schemas.microsoft.com/office/drawing/2014/main" id="{164A9845-083F-45EA-86F9-A1C683D38523}"/>
              </a:ext>
            </a:extLst>
          </p:cNvPr>
          <p:cNvPicPr>
            <a:picLocks noChangeAspect="1"/>
          </p:cNvPicPr>
          <p:nvPr userDrawn="1"/>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5200" t="38871" r="5200" b="38800"/>
          <a:stretch/>
        </p:blipFill>
        <p:spPr>
          <a:xfrm>
            <a:off x="294752" y="4737736"/>
            <a:ext cx="1195187" cy="297849"/>
          </a:xfrm>
          <a:prstGeom prst="rect">
            <a:avLst/>
          </a:prstGeom>
        </p:spPr>
      </p:pic>
      <p:sp>
        <p:nvSpPr>
          <p:cNvPr id="4" name="MSIPCMContentMarking" descr="{&quot;HashCode&quot;:1872887867,&quot;Placement&quot;:&quot;Header&quot;,&quot;Top&quot;:0.0,&quot;Left&quot;:0.0,&quot;SlideWidth&quot;:720,&quot;SlideHeight&quot;:405}">
            <a:extLst>
              <a:ext uri="{FF2B5EF4-FFF2-40B4-BE49-F238E27FC236}">
                <a16:creationId xmlns:a16="http://schemas.microsoft.com/office/drawing/2014/main" id="{87551DC3-718F-432D-915B-8FFBF4CD5034}"/>
              </a:ext>
            </a:extLst>
          </p:cNvPr>
          <p:cNvSpPr txBox="1"/>
          <p:nvPr userDrawn="1"/>
        </p:nvSpPr>
        <p:spPr>
          <a:xfrm>
            <a:off x="0" y="0"/>
            <a:ext cx="901478" cy="262344"/>
          </a:xfrm>
          <a:prstGeom prst="rect">
            <a:avLst/>
          </a:prstGeom>
          <a:noFill/>
        </p:spPr>
        <p:txBody>
          <a:bodyPr vert="horz" wrap="square" lIns="0" tIns="0" rIns="0" bIns="0" rtlCol="0" anchor="ctr" anchorCtr="1">
            <a:noAutofit/>
          </a:bodyPr>
          <a:lstStyle/>
          <a:p>
            <a:pPr algn="l">
              <a:spcBef>
                <a:spcPts val="0"/>
              </a:spcBef>
              <a:spcAft>
                <a:spcPts val="0"/>
              </a:spcAft>
            </a:pPr>
            <a:r>
              <a:rPr lang="en-US" sz="1000">
                <a:solidFill>
                  <a:srgbClr val="000000"/>
                </a:solidFill>
                <a:latin typeface="Calibri" panose="020F0502020204030204" pitchFamily="34" charset="0"/>
              </a:rPr>
              <a:t>TCS Internal</a:t>
            </a:r>
            <a:endParaRPr lang="en-US" sz="1000" dirty="0">
              <a:solidFill>
                <a:srgbClr val="000000"/>
              </a:solidFill>
              <a:latin typeface="Calibri" panose="020F0502020204030204" pitchFamily="34" charset="0"/>
            </a:endParaRPr>
          </a:p>
        </p:txBody>
      </p:sp>
      <p:sp>
        <p:nvSpPr>
          <p:cNvPr id="5" name="MSIPCMContentMarking" descr="{&quot;HashCode&quot;:1897025436,&quot;Placement&quot;:&quot;Footer&quot;,&quot;Top&quot;:384.343,&quot;Left&quot;:0.0,&quot;SlideWidth&quot;:720,&quot;SlideHeight&quot;:405}">
            <a:extLst>
              <a:ext uri="{FF2B5EF4-FFF2-40B4-BE49-F238E27FC236}">
                <a16:creationId xmlns:a16="http://schemas.microsoft.com/office/drawing/2014/main" id="{4C965EA1-A8F4-4EB2-9EDB-DA6E8CE1C570}"/>
              </a:ext>
            </a:extLst>
          </p:cNvPr>
          <p:cNvSpPr txBox="1"/>
          <p:nvPr userDrawn="1"/>
        </p:nvSpPr>
        <p:spPr>
          <a:xfrm>
            <a:off x="0" y="4881156"/>
            <a:ext cx="901478" cy="262344"/>
          </a:xfrm>
          <a:prstGeom prst="rect">
            <a:avLst/>
          </a:prstGeom>
          <a:noFill/>
        </p:spPr>
        <p:txBody>
          <a:bodyPr vert="horz" wrap="square" lIns="0" tIns="0" rIns="0" bIns="0" rtlCol="0" anchor="ctr" anchorCtr="1">
            <a:noAutofit/>
          </a:bodyPr>
          <a:lstStyle/>
          <a:p>
            <a:pPr algn="l">
              <a:spcBef>
                <a:spcPts val="0"/>
              </a:spcBef>
              <a:spcAft>
                <a:spcPts val="0"/>
              </a:spcAft>
            </a:pPr>
            <a:r>
              <a:rPr lang="en-US" sz="1000">
                <a:solidFill>
                  <a:srgbClr val="000000"/>
                </a:solidFill>
                <a:latin typeface="Calibri" panose="020F0502020204030204" pitchFamily="34" charset="0"/>
              </a:rPr>
              <a:t>TCS Internal</a:t>
            </a:r>
            <a:endParaRPr lang="en-US" sz="10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985636981"/>
      </p:ext>
    </p:extLst>
  </p:cSld>
  <p:clrMap bg1="lt1" tx1="dk1" bg2="lt2" tx2="dk2" accent1="accent1" accent2="accent2" accent3="accent3" accent4="accent4" accent5="accent5" accent6="accent6" hlink="hlink" folHlink="folHlink"/>
  <p:sldLayoutIdLst>
    <p:sldLayoutId id="2147483787" r:id="rId1"/>
    <p:sldLayoutId id="2147483791" r:id="rId2"/>
    <p:sldLayoutId id="2147483792" r:id="rId3"/>
  </p:sldLayoutIdLst>
  <p:hf sldNum="0" hdr="0" dt="0"/>
  <p:txStyles>
    <p:titleStyle>
      <a:lvl1pPr algn="l" defTabSz="914355" rtl="0" eaLnBrk="1" latinLnBrk="0" hangingPunct="1">
        <a:lnSpc>
          <a:spcPct val="90000"/>
        </a:lnSpc>
        <a:spcBef>
          <a:spcPct val="0"/>
        </a:spcBef>
        <a:buNone/>
        <a:defRPr lang="en-US" sz="2100" b="0" kern="0" baseline="0" dirty="0">
          <a:solidFill>
            <a:srgbClr val="E41165"/>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tx1"/>
          </a:solidFill>
          <a:latin typeface="+mn-lt"/>
          <a:ea typeface="+mn-ea"/>
          <a:cs typeface="+mn-cs"/>
        </a:defRPr>
      </a:lvl1pPr>
      <a:lvl2pPr marL="685766" indent="-228588" algn="l" defTabSz="914355"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tx1"/>
          </a:solidFill>
          <a:latin typeface="+mn-lt"/>
          <a:ea typeface="+mn-ea"/>
          <a:cs typeface="+mn-cs"/>
        </a:defRPr>
      </a:lvl2pPr>
      <a:lvl3pPr marL="1142944" indent="-228588" algn="l" defTabSz="914355"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tx1"/>
          </a:solidFill>
          <a:latin typeface="+mn-lt"/>
          <a:ea typeface="+mn-ea"/>
          <a:cs typeface="+mn-cs"/>
        </a:defRPr>
      </a:lvl3pPr>
      <a:lvl4pPr marL="1600120" indent="-228588" algn="l" defTabSz="914355"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tx1"/>
          </a:solidFill>
          <a:latin typeface="+mn-lt"/>
          <a:ea typeface="+mn-ea"/>
          <a:cs typeface="+mn-cs"/>
        </a:defRPr>
      </a:lvl4pPr>
      <a:lvl5pPr marL="2057297" indent="-228588" algn="l" defTabSz="914355" rtl="0" eaLnBrk="1" latinLnBrk="0" hangingPunct="1">
        <a:lnSpc>
          <a:spcPct val="90000"/>
        </a:lnSpc>
        <a:spcBef>
          <a:spcPts val="500"/>
        </a:spcBef>
        <a:buClr>
          <a:srgbClr val="E41165"/>
        </a:buClr>
        <a:buFont typeface="Arial" panose="020B0604020202020204" pitchFamily="34" charset="0"/>
        <a:buChar char="•"/>
        <a:defRPr lang="en-US" sz="1200" kern="1200" dirty="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620" userDrawn="1">
          <p15:clr>
            <a:srgbClr val="F26B43"/>
          </p15:clr>
        </p15:guide>
        <p15:guide id="3" orient="horz" pos="64" userDrawn="1">
          <p15:clr>
            <a:srgbClr val="F26B43"/>
          </p15:clr>
        </p15:guide>
        <p15:guide id="4" orient="horz" pos="418" userDrawn="1">
          <p15:clr>
            <a:srgbClr val="F26B43"/>
          </p15:clr>
        </p15:guide>
        <p15:guide id="5" orient="horz" pos="529" userDrawn="1">
          <p15:clr>
            <a:srgbClr val="F26B43"/>
          </p15:clr>
        </p15:guide>
        <p15:guide id="6" orient="horz" pos="2957" userDrawn="1">
          <p15:clr>
            <a:srgbClr val="F26B43"/>
          </p15:clr>
        </p15:guide>
        <p15:guide id="8" pos="5585" userDrawn="1">
          <p15:clr>
            <a:srgbClr val="F26B43"/>
          </p15:clr>
        </p15:guide>
        <p15:guide id="9" pos="180" userDrawn="1">
          <p15:clr>
            <a:srgbClr val="F26B43"/>
          </p15:clr>
        </p15:guide>
        <p15:guide id="10" orient="horz" pos="316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ADBEFC-FA18-4CB3-8943-7B03BFC04162}"/>
              </a:ext>
            </a:extLst>
          </p:cNvPr>
          <p:cNvSpPr>
            <a:spLocks noGrp="1"/>
          </p:cNvSpPr>
          <p:nvPr>
            <p:ph type="title"/>
          </p:nvPr>
        </p:nvSpPr>
        <p:spPr>
          <a:xfrm>
            <a:off x="192992" y="107915"/>
            <a:ext cx="7886195" cy="553027"/>
          </a:xfrm>
          <a:prstGeom prst="rect">
            <a:avLst/>
          </a:prstGeom>
        </p:spPr>
        <p:txBody>
          <a:bodyPr vert="horz" lIns="91440" tIns="45720" rIns="91440" bIns="45720" rtlCol="0" anchor="t">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AE230D6D-B7EA-4150-94B2-C963D98EB6B3}"/>
              </a:ext>
            </a:extLst>
          </p:cNvPr>
          <p:cNvSpPr>
            <a:spLocks noGrp="1"/>
          </p:cNvSpPr>
          <p:nvPr>
            <p:ph type="body" idx="1"/>
          </p:nvPr>
        </p:nvSpPr>
        <p:spPr>
          <a:xfrm>
            <a:off x="293665" y="839933"/>
            <a:ext cx="8572737" cy="3263034"/>
          </a:xfrm>
          <a:prstGeom prst="rect">
            <a:avLst/>
          </a:prstGeom>
        </p:spPr>
        <p:txBody>
          <a:bodyPr vert="horz" lIns="0" tIns="45720" rIns="0" bIns="45720" rtlCol="0">
            <a:normAutofit/>
          </a:bodyPr>
          <a:lstStyle/>
          <a:p>
            <a:pPr marL="171442" lvl="0" indent="-171442">
              <a:buClr>
                <a:srgbClr val="F03782"/>
              </a:buClr>
            </a:pPr>
            <a:r>
              <a:rPr lang="en-US" dirty="0"/>
              <a:t>Click to edit Master text styles</a:t>
            </a:r>
          </a:p>
          <a:p>
            <a:pPr marL="379354" lvl="1" indent="-171442">
              <a:buClr>
                <a:srgbClr val="F03782"/>
              </a:buClr>
              <a:buFont typeface="Symbol" panose="05050102010706020507" pitchFamily="18" charset="2"/>
              <a:buChar char="-"/>
            </a:pPr>
            <a:r>
              <a:rPr lang="en-US" dirty="0"/>
              <a:t>Second level</a:t>
            </a:r>
          </a:p>
          <a:p>
            <a:pPr marL="587264" lvl="2" indent="-171442">
              <a:buClr>
                <a:srgbClr val="F03782"/>
              </a:buClr>
            </a:pPr>
            <a:r>
              <a:rPr lang="en-US" dirty="0"/>
              <a:t>Third level</a:t>
            </a:r>
          </a:p>
          <a:p>
            <a:pPr marL="795176" lvl="3" indent="-171442">
              <a:buClr>
                <a:srgbClr val="F03782"/>
              </a:buClr>
              <a:buFont typeface="Courier New" panose="02070309020205020404" pitchFamily="49" charset="0"/>
              <a:buChar char="o"/>
            </a:pPr>
            <a:r>
              <a:rPr lang="en-US" dirty="0"/>
              <a:t>Fourth level</a:t>
            </a:r>
          </a:p>
          <a:p>
            <a:pPr marL="1003088" lvl="4" indent="-171442">
              <a:buClr>
                <a:srgbClr val="F03782"/>
              </a:buClr>
            </a:pPr>
            <a:r>
              <a:rPr lang="en-US" dirty="0"/>
              <a:t>Fifth level</a:t>
            </a:r>
          </a:p>
        </p:txBody>
      </p:sp>
      <p:cxnSp>
        <p:nvCxnSpPr>
          <p:cNvPr id="25" name="Straight Connector 24">
            <a:extLst>
              <a:ext uri="{FF2B5EF4-FFF2-40B4-BE49-F238E27FC236}">
                <a16:creationId xmlns:a16="http://schemas.microsoft.com/office/drawing/2014/main" id="{2062E987-DCEA-4D36-A8D6-3A4C817A4EDF}"/>
              </a:ext>
            </a:extLst>
          </p:cNvPr>
          <p:cNvCxnSpPr/>
          <p:nvPr userDrawn="1"/>
        </p:nvCxnSpPr>
        <p:spPr>
          <a:xfrm>
            <a:off x="4565002" y="4942596"/>
            <a:ext cx="0" cy="1271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Footer Placeholder 25">
            <a:extLst>
              <a:ext uri="{FF2B5EF4-FFF2-40B4-BE49-F238E27FC236}">
                <a16:creationId xmlns:a16="http://schemas.microsoft.com/office/drawing/2014/main" id="{6AC0F397-9BF6-4594-946F-74C8A8FA0175}"/>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US" sz="700">
                <a:solidFill>
                  <a:schemeClr val="bg1"/>
                </a:solidFill>
              </a:defRPr>
            </a:lvl1pPr>
          </a:lstStyle>
          <a:p>
            <a:r>
              <a:rPr lang="en-US" dirty="0"/>
              <a:t>TCS Confidential</a:t>
            </a:r>
          </a:p>
        </p:txBody>
      </p:sp>
      <p:sp>
        <p:nvSpPr>
          <p:cNvPr id="28" name="Rectangle 71">
            <a:extLst>
              <a:ext uri="{FF2B5EF4-FFF2-40B4-BE49-F238E27FC236}">
                <a16:creationId xmlns:a16="http://schemas.microsoft.com/office/drawing/2014/main" id="{D6FF4C5E-6B0C-4334-B3AE-3C2ABAF43B4C}"/>
              </a:ext>
            </a:extLst>
          </p:cNvPr>
          <p:cNvSpPr txBox="1">
            <a:spLocks noChangeArrowheads="1"/>
          </p:cNvSpPr>
          <p:nvPr userDrawn="1"/>
        </p:nvSpPr>
        <p:spPr bwMode="auto">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sz="700" noProof="0" smtClean="0">
                <a:solidFill>
                  <a:schemeClr val="bg1"/>
                </a:solidFill>
              </a:rPr>
              <a:pPr lvl="0"/>
              <a:t>‹#›</a:t>
            </a:fld>
            <a:r>
              <a:rPr lang="en-US" sz="700" noProof="0" dirty="0">
                <a:solidFill>
                  <a:schemeClr val="bg1"/>
                </a:solidFill>
              </a:rPr>
              <a:t> </a:t>
            </a:r>
          </a:p>
        </p:txBody>
      </p:sp>
      <p:pic>
        <p:nvPicPr>
          <p:cNvPr id="16" name="Picture 12">
            <a:extLst>
              <a:ext uri="{FF2B5EF4-FFF2-40B4-BE49-F238E27FC236}">
                <a16:creationId xmlns:a16="http://schemas.microsoft.com/office/drawing/2014/main" id="{0DC637A5-44CF-488B-B0CF-95D6258B43C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7962479" y="4935086"/>
            <a:ext cx="903923" cy="118872"/>
          </a:xfrm>
          <a:prstGeom prst="rect">
            <a:avLst/>
          </a:prstGeom>
        </p:spPr>
      </p:pic>
      <p:sp>
        <p:nvSpPr>
          <p:cNvPr id="18" name="Rectangle 17">
            <a:extLst>
              <a:ext uri="{FF2B5EF4-FFF2-40B4-BE49-F238E27FC236}">
                <a16:creationId xmlns:a16="http://schemas.microsoft.com/office/drawing/2014/main" id="{F96B849F-0F60-4E8F-BA8E-E91C2BE0ED3F}"/>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dirty="0"/>
          </a:p>
        </p:txBody>
      </p:sp>
      <p:cxnSp>
        <p:nvCxnSpPr>
          <p:cNvPr id="19" name="Straight Connector 18">
            <a:extLst>
              <a:ext uri="{FF2B5EF4-FFF2-40B4-BE49-F238E27FC236}">
                <a16:creationId xmlns:a16="http://schemas.microsoft.com/office/drawing/2014/main" id="{2BB49C25-A889-40F6-B435-4920BCF97B82}"/>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8E09A9F-6EB0-438C-A1AF-E44A166E116F}"/>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dirty="0">
              <a:solidFill>
                <a:schemeClr val="tx1"/>
              </a:solidFill>
            </a:endParaRPr>
          </a:p>
        </p:txBody>
      </p:sp>
      <p:sp>
        <p:nvSpPr>
          <p:cNvPr id="21" name="Rectangle 20">
            <a:extLst>
              <a:ext uri="{FF2B5EF4-FFF2-40B4-BE49-F238E27FC236}">
                <a16:creationId xmlns:a16="http://schemas.microsoft.com/office/drawing/2014/main" id="{2A06B8FF-CF61-4E23-AD6E-7102A245AB65}"/>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dirty="0"/>
          </a:p>
        </p:txBody>
      </p:sp>
      <p:pic>
        <p:nvPicPr>
          <p:cNvPr id="5" name="Graphic 4">
            <a:extLst>
              <a:ext uri="{FF2B5EF4-FFF2-40B4-BE49-F238E27FC236}">
                <a16:creationId xmlns:a16="http://schemas.microsoft.com/office/drawing/2014/main" id="{CF832A92-7EC0-48A4-AB00-6AD52B706E2E}"/>
              </a:ext>
            </a:extLst>
          </p:cNvPr>
          <p:cNvPicPr>
            <a:picLocks noChangeAspect="1"/>
          </p:cNvPicPr>
          <p:nvPr userDrawn="1"/>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5201" t="38245" r="4369" b="37400"/>
          <a:stretch/>
        </p:blipFill>
        <p:spPr>
          <a:xfrm>
            <a:off x="294752" y="4731770"/>
            <a:ext cx="1210439" cy="326006"/>
          </a:xfrm>
          <a:prstGeom prst="rect">
            <a:avLst/>
          </a:prstGeom>
        </p:spPr>
      </p:pic>
      <p:sp>
        <p:nvSpPr>
          <p:cNvPr id="4" name="MSIPCMContentMarking" descr="{&quot;HashCode&quot;:1872887867,&quot;Placement&quot;:&quot;Header&quot;,&quot;Top&quot;:0.0,&quot;Left&quot;:0.0,&quot;SlideWidth&quot;:720,&quot;SlideHeight&quot;:405}">
            <a:extLst>
              <a:ext uri="{FF2B5EF4-FFF2-40B4-BE49-F238E27FC236}">
                <a16:creationId xmlns:a16="http://schemas.microsoft.com/office/drawing/2014/main" id="{7B4F9180-C7BA-4C37-A5DA-84063A02E2E7}"/>
              </a:ext>
            </a:extLst>
          </p:cNvPr>
          <p:cNvSpPr txBox="1"/>
          <p:nvPr userDrawn="1"/>
        </p:nvSpPr>
        <p:spPr>
          <a:xfrm>
            <a:off x="0" y="0"/>
            <a:ext cx="901478" cy="262344"/>
          </a:xfrm>
          <a:prstGeom prst="rect">
            <a:avLst/>
          </a:prstGeom>
          <a:noFill/>
        </p:spPr>
        <p:txBody>
          <a:bodyPr vert="horz" wrap="square" lIns="0" tIns="0" rIns="0" bIns="0" rtlCol="0" anchor="ctr" anchorCtr="1">
            <a:noAutofit/>
          </a:bodyPr>
          <a:lstStyle/>
          <a:p>
            <a:pPr algn="l">
              <a:spcBef>
                <a:spcPts val="0"/>
              </a:spcBef>
              <a:spcAft>
                <a:spcPts val="0"/>
              </a:spcAft>
            </a:pPr>
            <a:r>
              <a:rPr lang="en-US" sz="1000">
                <a:solidFill>
                  <a:srgbClr val="000000"/>
                </a:solidFill>
                <a:latin typeface="Calibri" panose="020F0502020204030204" pitchFamily="34" charset="0"/>
              </a:rPr>
              <a:t>TCS Internal</a:t>
            </a:r>
            <a:endParaRPr lang="en-US" sz="1000" dirty="0">
              <a:solidFill>
                <a:srgbClr val="000000"/>
              </a:solidFill>
              <a:latin typeface="Calibri" panose="020F0502020204030204" pitchFamily="34" charset="0"/>
            </a:endParaRPr>
          </a:p>
        </p:txBody>
      </p:sp>
      <p:sp>
        <p:nvSpPr>
          <p:cNvPr id="6" name="MSIPCMContentMarking" descr="{&quot;HashCode&quot;:1897025436,&quot;Placement&quot;:&quot;Footer&quot;,&quot;Top&quot;:384.343,&quot;Left&quot;:0.0,&quot;SlideWidth&quot;:720,&quot;SlideHeight&quot;:405}">
            <a:extLst>
              <a:ext uri="{FF2B5EF4-FFF2-40B4-BE49-F238E27FC236}">
                <a16:creationId xmlns:a16="http://schemas.microsoft.com/office/drawing/2014/main" id="{D61EBCBB-B732-442F-AB8E-EAE124F5EDCA}"/>
              </a:ext>
            </a:extLst>
          </p:cNvPr>
          <p:cNvSpPr txBox="1"/>
          <p:nvPr userDrawn="1"/>
        </p:nvSpPr>
        <p:spPr>
          <a:xfrm>
            <a:off x="0" y="4881156"/>
            <a:ext cx="901478" cy="262344"/>
          </a:xfrm>
          <a:prstGeom prst="rect">
            <a:avLst/>
          </a:prstGeom>
          <a:noFill/>
        </p:spPr>
        <p:txBody>
          <a:bodyPr vert="horz" wrap="square" lIns="0" tIns="0" rIns="0" bIns="0" rtlCol="0" anchor="ctr" anchorCtr="1">
            <a:noAutofit/>
          </a:bodyPr>
          <a:lstStyle/>
          <a:p>
            <a:pPr algn="l">
              <a:spcBef>
                <a:spcPts val="0"/>
              </a:spcBef>
              <a:spcAft>
                <a:spcPts val="0"/>
              </a:spcAft>
            </a:pPr>
            <a:r>
              <a:rPr lang="en-US" sz="1000">
                <a:solidFill>
                  <a:srgbClr val="000000"/>
                </a:solidFill>
                <a:latin typeface="Calibri" panose="020F0502020204030204" pitchFamily="34" charset="0"/>
              </a:rPr>
              <a:t>TCS Internal</a:t>
            </a:r>
            <a:endParaRPr lang="en-US" sz="10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04106830"/>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Lst>
  <p:hf sldNum="0" hdr="0" dt="0"/>
  <p:txStyles>
    <p:titleStyle>
      <a:lvl1pPr algn="l" defTabSz="914355" rtl="0" eaLnBrk="1" latinLnBrk="0" hangingPunct="1">
        <a:lnSpc>
          <a:spcPct val="90000"/>
        </a:lnSpc>
        <a:spcBef>
          <a:spcPct val="0"/>
        </a:spcBef>
        <a:buNone/>
        <a:defRPr lang="en-US" sz="2100" b="0" kern="0" baseline="0" dirty="0">
          <a:solidFill>
            <a:schemeClr val="bg1"/>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66" indent="-228588" algn="l" defTabSz="914355"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620" userDrawn="1">
          <p15:clr>
            <a:srgbClr val="F26B43"/>
          </p15:clr>
        </p15:guide>
        <p15:guide id="3" orient="horz" pos="64" userDrawn="1">
          <p15:clr>
            <a:srgbClr val="F26B43"/>
          </p15:clr>
        </p15:guide>
        <p15:guide id="4" orient="horz" pos="418" userDrawn="1">
          <p15:clr>
            <a:srgbClr val="F26B43"/>
          </p15:clr>
        </p15:guide>
        <p15:guide id="5" orient="horz" pos="529" userDrawn="1">
          <p15:clr>
            <a:srgbClr val="F26B43"/>
          </p15:clr>
        </p15:guide>
        <p15:guide id="6" orient="horz" pos="2957" userDrawn="1">
          <p15:clr>
            <a:srgbClr val="F26B43"/>
          </p15:clr>
        </p15:guide>
        <p15:guide id="8" pos="5585" userDrawn="1">
          <p15:clr>
            <a:srgbClr val="F26B43"/>
          </p15:clr>
        </p15:guide>
        <p15:guide id="9" pos="180" userDrawn="1">
          <p15:clr>
            <a:srgbClr val="F26B43"/>
          </p15:clr>
        </p15:guide>
        <p15:guide id="10" orient="horz" pos="31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ustomShape 1"/>
          <p:cNvSpPr/>
          <p:nvPr/>
        </p:nvSpPr>
        <p:spPr>
          <a:xfrm>
            <a:off x="667710" y="52380"/>
            <a:ext cx="7848090" cy="42822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nchor="ctr"/>
          <a:lstStyle/>
          <a:p>
            <a:r>
              <a:rPr lang="en-US" sz="1800" dirty="0">
                <a:solidFill>
                  <a:schemeClr val="bg1"/>
                </a:solidFill>
              </a:rPr>
              <a:t>SACHIDANAND GUPTA</a:t>
            </a:r>
          </a:p>
        </p:txBody>
      </p:sp>
      <p:sp>
        <p:nvSpPr>
          <p:cNvPr id="40" name="CustomShape 2"/>
          <p:cNvSpPr/>
          <p:nvPr/>
        </p:nvSpPr>
        <p:spPr>
          <a:xfrm>
            <a:off x="1692360" y="529665"/>
            <a:ext cx="1204470" cy="170910"/>
          </a:xfrm>
          <a:prstGeom prst="roundRect">
            <a:avLst>
              <a:gd name="adj" fmla="val 16667"/>
            </a:avLst>
          </a:prstGeom>
          <a:noFill/>
          <a:ln>
            <a:noFill/>
          </a:ln>
          <a:effectLst>
            <a:outerShdw blurRad="130000" dist="101600" dir="2700000" algn="tl" rotWithShape="0">
              <a:srgbClr val="000000">
                <a:alpha val="35000"/>
              </a:srgbClr>
            </a:outerShdw>
          </a:effectLst>
        </p:spPr>
        <p:style>
          <a:lnRef idx="1">
            <a:schemeClr val="accent4"/>
          </a:lnRef>
          <a:fillRef idx="2">
            <a:schemeClr val="accent4"/>
          </a:fillRef>
          <a:effectRef idx="1">
            <a:schemeClr val="accent4"/>
          </a:effectRef>
          <a:fontRef idx="minor"/>
        </p:style>
        <p:txBody>
          <a:bodyPr lIns="67500" tIns="33750" rIns="67500" bIns="33750" anchor="ctr"/>
          <a:lstStyle/>
          <a:p>
            <a:pPr algn="ctr">
              <a:lnSpc>
                <a:spcPct val="100000"/>
              </a:lnSpc>
            </a:pPr>
            <a:r>
              <a:rPr lang="en-US" sz="1005" b="1" spc="-1" dirty="0">
                <a:solidFill>
                  <a:schemeClr val="bg1"/>
                </a:solidFill>
                <a:latin typeface="Calibri"/>
                <a:ea typeface="DejaVu Sans"/>
              </a:rPr>
              <a:t>Background</a:t>
            </a:r>
            <a:endParaRPr lang="en-US" sz="1005" spc="-1" dirty="0">
              <a:solidFill>
                <a:schemeClr val="bg1"/>
              </a:solidFill>
              <a:latin typeface="Arial"/>
            </a:endParaRPr>
          </a:p>
        </p:txBody>
      </p:sp>
      <p:sp>
        <p:nvSpPr>
          <p:cNvPr id="41" name="Line 3"/>
          <p:cNvSpPr/>
          <p:nvPr/>
        </p:nvSpPr>
        <p:spPr>
          <a:xfrm>
            <a:off x="284580" y="717120"/>
            <a:ext cx="4297860" cy="270"/>
          </a:xfrm>
          <a:prstGeom prst="line">
            <a:avLst/>
          </a:prstGeom>
          <a:ln w="3240">
            <a:solidFill>
              <a:schemeClr val="bg1">
                <a:lumMod val="50000"/>
              </a:schemeClr>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43" name="CustomShape 5"/>
          <p:cNvSpPr/>
          <p:nvPr/>
        </p:nvSpPr>
        <p:spPr>
          <a:xfrm>
            <a:off x="1217067" y="1736766"/>
            <a:ext cx="2662410" cy="99481"/>
          </a:xfrm>
          <a:prstGeom prst="roundRect">
            <a:avLst>
              <a:gd name="adj" fmla="val 16667"/>
            </a:avLst>
          </a:prstGeom>
          <a:noFill/>
          <a:ln>
            <a:noFill/>
          </a:ln>
          <a:effectLst>
            <a:outerShdw blurRad="130000" dist="101600" dir="2700000" algn="tl" rotWithShape="0">
              <a:srgbClr val="000000">
                <a:alpha val="35000"/>
              </a:srgbClr>
            </a:outerShdw>
          </a:effectLst>
        </p:spPr>
        <p:style>
          <a:lnRef idx="1">
            <a:schemeClr val="accent4"/>
          </a:lnRef>
          <a:fillRef idx="2">
            <a:schemeClr val="accent4"/>
          </a:fillRef>
          <a:effectRef idx="1">
            <a:schemeClr val="accent4"/>
          </a:effectRef>
          <a:fontRef idx="minor"/>
        </p:style>
        <p:txBody>
          <a:bodyPr lIns="67500" tIns="33750" rIns="67500" bIns="33750" anchor="ctr"/>
          <a:lstStyle/>
          <a:p>
            <a:pPr algn="ctr">
              <a:lnSpc>
                <a:spcPct val="100000"/>
              </a:lnSpc>
            </a:pPr>
            <a:r>
              <a:rPr lang="en-US" sz="1005" b="1" spc="-1" dirty="0">
                <a:solidFill>
                  <a:schemeClr val="bg1"/>
                </a:solidFill>
                <a:latin typeface="Calibri"/>
                <a:ea typeface="DejaVu Sans"/>
              </a:rPr>
              <a:t>Functional, Domain work areas</a:t>
            </a:r>
            <a:endParaRPr lang="en-US" sz="1005" spc="-1" dirty="0">
              <a:solidFill>
                <a:schemeClr val="bg1"/>
              </a:solidFill>
              <a:latin typeface="Arial"/>
            </a:endParaRPr>
          </a:p>
        </p:txBody>
      </p:sp>
      <p:sp>
        <p:nvSpPr>
          <p:cNvPr id="44" name="Line 6"/>
          <p:cNvSpPr/>
          <p:nvPr/>
        </p:nvSpPr>
        <p:spPr>
          <a:xfrm>
            <a:off x="294165" y="1671717"/>
            <a:ext cx="4297590" cy="316"/>
          </a:xfrm>
          <a:prstGeom prst="line">
            <a:avLst/>
          </a:prstGeom>
          <a:ln w="3240">
            <a:solidFill>
              <a:schemeClr val="bg1">
                <a:lumMod val="50000"/>
              </a:schemeClr>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46" name="CustomShape 8"/>
          <p:cNvSpPr/>
          <p:nvPr/>
        </p:nvSpPr>
        <p:spPr>
          <a:xfrm>
            <a:off x="4666485" y="685800"/>
            <a:ext cx="4449066" cy="4350104"/>
          </a:xfrm>
          <a:prstGeom prst="rect">
            <a:avLst/>
          </a:prstGeom>
          <a:noFill/>
          <a:ln w="9360">
            <a:noFill/>
            <a:miter/>
          </a:ln>
        </p:spPr>
        <p:style>
          <a:lnRef idx="0">
            <a:scrgbClr r="0" g="0" b="0"/>
          </a:lnRef>
          <a:fillRef idx="0">
            <a:scrgbClr r="0" g="0" b="0"/>
          </a:fillRef>
          <a:effectRef idx="0">
            <a:scrgbClr r="0" g="0" b="0"/>
          </a:effectRef>
          <a:fontRef idx="minor"/>
        </p:style>
        <p:txBody>
          <a:bodyPr lIns="89910" tIns="35910" rIns="46170" bIns="0"/>
          <a:lstStyle/>
          <a:p>
            <a:pPr>
              <a:lnSpc>
                <a:spcPct val="105000"/>
              </a:lnSpc>
              <a:spcBef>
                <a:spcPts val="138"/>
              </a:spcBef>
              <a:buClr>
                <a:srgbClr val="C0504D"/>
              </a:buClr>
              <a:buSzPct val="80000"/>
              <a:tabLst>
                <a:tab pos="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u="sng" dirty="0">
                <a:solidFill>
                  <a:schemeClr val="bg1"/>
                </a:solidFill>
                <a:latin typeface="Calibri" pitchFamily="34" charset="0"/>
              </a:rPr>
              <a:t>Key Work areas</a:t>
            </a:r>
            <a:endParaRPr lang="en-US" sz="1000" b="1" dirty="0">
              <a:solidFill>
                <a:schemeClr val="bg1"/>
              </a:solidFill>
              <a:latin typeface="Calibri" pitchFamily="34" charset="0"/>
            </a:endParaRPr>
          </a:p>
          <a:p>
            <a:pPr marL="114300" indent="-112713">
              <a:lnSpc>
                <a:spcPct val="105000"/>
              </a:lnSpc>
              <a:spcBef>
                <a:spcPts val="138"/>
              </a:spcBef>
              <a:buClr>
                <a:schemeClr val="bg1"/>
              </a:buClr>
              <a:buSzPct val="80000"/>
              <a:buFont typeface="Calibri" pitchFamily="34" charset="0"/>
              <a:buChar char="•"/>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u="sng" dirty="0">
                <a:solidFill>
                  <a:schemeClr val="bg1"/>
                </a:solidFill>
                <a:latin typeface="Calibri" pitchFamily="34" charset="0"/>
              </a:rPr>
              <a:t>Design to Deliver </a:t>
            </a:r>
            <a:r>
              <a:rPr lang="en-US" sz="1000" dirty="0">
                <a:solidFill>
                  <a:schemeClr val="bg1"/>
                </a:solidFill>
                <a:latin typeface="Calibri" pitchFamily="34" charset="0"/>
              </a:rPr>
              <a:t>: Work on ground, with project teams (lowest to top level) to understand, establish, define a right processes. Talk to SME, Design various templates, educate team to adapt Process. Work with team to prepare, organize ways of working to define, track, monitor and report each pillar work.</a:t>
            </a:r>
          </a:p>
          <a:p>
            <a:pPr marL="114300" indent="-112713">
              <a:lnSpc>
                <a:spcPct val="105000"/>
              </a:lnSpc>
              <a:spcBef>
                <a:spcPts val="138"/>
              </a:spcBef>
              <a:buClr>
                <a:schemeClr val="bg1"/>
              </a:buClr>
              <a:buSzPct val="80000"/>
              <a:buFont typeface="Calibri" pitchFamily="34" charset="0"/>
              <a:buChar char="•"/>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The Red Tag Management System (RTMS) aligns the Isolation of Energy Sources standard to ensure the safe execution of equipment maintenance. The RTMS system enables users to inventory equipment that requires Red Tags (isolation tags) used for repairs, equipment shutdown, startup, maintenance, etc. </a:t>
            </a:r>
          </a:p>
          <a:p>
            <a:pPr marL="114300" indent="-112713">
              <a:lnSpc>
                <a:spcPct val="105000"/>
              </a:lnSpc>
              <a:spcBef>
                <a:spcPts val="138"/>
              </a:spcBef>
              <a:buClr>
                <a:schemeClr val="bg1"/>
              </a:buClr>
              <a:buSzPct val="80000"/>
              <a:buFont typeface="Calibri" pitchFamily="34" charset="0"/>
              <a:buChar char="•"/>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Worked with </a:t>
            </a:r>
            <a:r>
              <a:rPr lang="en-US" sz="1000" dirty="0" err="1">
                <a:solidFill>
                  <a:schemeClr val="bg1"/>
                </a:solidFill>
                <a:latin typeface="Calibri" pitchFamily="34" charset="0"/>
              </a:rPr>
              <a:t>FigBytes</a:t>
            </a:r>
            <a:r>
              <a:rPr lang="en-US" sz="1000" dirty="0">
                <a:solidFill>
                  <a:schemeClr val="bg1"/>
                </a:solidFill>
                <a:latin typeface="Calibri" pitchFamily="34" charset="0"/>
              </a:rPr>
              <a:t> Sustainability Platform captures operational and supplier data in one central, secure, cloud-based platform that connects strategy, automates reporting, and simplifies stakeholder engagement.</a:t>
            </a:r>
          </a:p>
          <a:p>
            <a:pPr marL="114300" indent="-112713">
              <a:lnSpc>
                <a:spcPct val="105000"/>
              </a:lnSpc>
              <a:spcBef>
                <a:spcPts val="138"/>
              </a:spcBef>
              <a:buClr>
                <a:schemeClr val="bg1"/>
              </a:buClr>
              <a:buSzPct val="80000"/>
              <a:buFont typeface="Calibri" pitchFamily="34" charset="0"/>
              <a:buChar char="•"/>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Worked with Vodafone Lite in automation process for sales and logistics</a:t>
            </a:r>
          </a:p>
          <a:p>
            <a:pPr marL="114300" indent="-112713">
              <a:lnSpc>
                <a:spcPct val="105000"/>
              </a:lnSpc>
              <a:spcBef>
                <a:spcPts val="138"/>
              </a:spcBef>
              <a:buClr>
                <a:schemeClr val="bg1"/>
              </a:buClr>
              <a:buSzPct val="80000"/>
              <a:buFont typeface="Calibri" pitchFamily="34" charset="0"/>
              <a:buChar char="•"/>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Worked with </a:t>
            </a:r>
            <a:r>
              <a:rPr lang="en-US" sz="1000" dirty="0" err="1">
                <a:solidFill>
                  <a:schemeClr val="bg1"/>
                </a:solidFill>
                <a:latin typeface="Calibri" pitchFamily="34" charset="0"/>
              </a:rPr>
              <a:t>iclinic</a:t>
            </a:r>
            <a:r>
              <a:rPr lang="en-US" sz="1000" dirty="0">
                <a:solidFill>
                  <a:schemeClr val="bg1"/>
                </a:solidFill>
                <a:latin typeface="Calibri" pitchFamily="34" charset="0"/>
              </a:rPr>
              <a:t> Healthcare for online video consultation and automate  the billing process for the  same.</a:t>
            </a:r>
          </a:p>
          <a:p>
            <a:pPr marL="114300" indent="-112713">
              <a:lnSpc>
                <a:spcPct val="105000"/>
              </a:lnSpc>
              <a:spcBef>
                <a:spcPts val="138"/>
              </a:spcBef>
              <a:buClr>
                <a:schemeClr val="bg1"/>
              </a:buClr>
              <a:buSzPct val="80000"/>
              <a:buFont typeface="Calibri" pitchFamily="34" charset="0"/>
              <a:buChar char="•"/>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Worked in Travel domain where we have automated the booking billing process for agents and  as well as integrated the different APIs for searching flight process.</a:t>
            </a:r>
          </a:p>
          <a:p>
            <a:pPr marL="1587">
              <a:lnSpc>
                <a:spcPct val="105000"/>
              </a:lnSpc>
              <a:spcBef>
                <a:spcPts val="138"/>
              </a:spcBef>
              <a:buClr>
                <a:schemeClr val="bg1"/>
              </a:buClr>
              <a:buSzPct val="80000"/>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u="sng" dirty="0">
                <a:solidFill>
                  <a:schemeClr val="bg1"/>
                </a:solidFill>
                <a:latin typeface="Calibri" pitchFamily="34" charset="0"/>
              </a:rPr>
              <a:t>Technology and Tools</a:t>
            </a:r>
          </a:p>
          <a:p>
            <a:pPr marL="1587">
              <a:lnSpc>
                <a:spcPct val="105000"/>
              </a:lnSpc>
              <a:spcBef>
                <a:spcPts val="138"/>
              </a:spcBef>
              <a:buClr>
                <a:schemeClr val="bg1"/>
              </a:buClr>
              <a:buSzPct val="80000"/>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b="1" dirty="0">
                <a:solidFill>
                  <a:schemeClr val="bg1"/>
                </a:solidFill>
                <a:latin typeface="Calibri" pitchFamily="34" charset="0"/>
              </a:rPr>
              <a:t>Critical Manufacturing MES </a:t>
            </a:r>
            <a:r>
              <a:rPr lang="en-US" sz="1000" dirty="0">
                <a:solidFill>
                  <a:schemeClr val="bg1"/>
                </a:solidFill>
                <a:latin typeface="Calibri" pitchFamily="34" charset="0"/>
              </a:rPr>
              <a:t>- Implementation Experience, Back-end development experience , design development , data modelling activities in CM .</a:t>
            </a:r>
          </a:p>
          <a:p>
            <a:pPr marL="1587">
              <a:lnSpc>
                <a:spcPct val="105000"/>
              </a:lnSpc>
              <a:spcBef>
                <a:spcPts val="138"/>
              </a:spcBef>
              <a:buClr>
                <a:schemeClr val="bg1"/>
              </a:buClr>
              <a:buSzPct val="80000"/>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b="1" dirty="0">
                <a:solidFill>
                  <a:schemeClr val="bg1"/>
                </a:solidFill>
                <a:latin typeface="Calibri" pitchFamily="34" charset="0"/>
              </a:rPr>
              <a:t>Certification</a:t>
            </a:r>
            <a:r>
              <a:rPr lang="en-US" sz="1000" dirty="0">
                <a:solidFill>
                  <a:schemeClr val="bg1"/>
                </a:solidFill>
                <a:latin typeface="Calibri" pitchFamily="34" charset="0"/>
              </a:rPr>
              <a:t> – CM Developer Professional Certification</a:t>
            </a:r>
          </a:p>
          <a:p>
            <a:pPr marL="1587">
              <a:lnSpc>
                <a:spcPct val="105000"/>
              </a:lnSpc>
              <a:spcBef>
                <a:spcPts val="138"/>
              </a:spcBef>
              <a:buClr>
                <a:schemeClr val="bg1"/>
              </a:buClr>
              <a:buSzPct val="80000"/>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b="1" dirty="0">
                <a:solidFill>
                  <a:schemeClr val="bg1"/>
                </a:solidFill>
                <a:latin typeface="Calibri" pitchFamily="34" charset="0"/>
              </a:rPr>
              <a:t>C# , </a:t>
            </a:r>
            <a:r>
              <a:rPr lang="en-US" sz="1000" b="1" dirty="0" err="1">
                <a:solidFill>
                  <a:schemeClr val="bg1"/>
                </a:solidFill>
                <a:latin typeface="Calibri" pitchFamily="34" charset="0"/>
              </a:rPr>
              <a:t>DotNet</a:t>
            </a:r>
            <a:r>
              <a:rPr lang="en-US" sz="1000" b="1" dirty="0">
                <a:solidFill>
                  <a:schemeClr val="bg1"/>
                </a:solidFill>
                <a:latin typeface="Calibri" pitchFamily="34" charset="0"/>
              </a:rPr>
              <a:t> </a:t>
            </a:r>
            <a:r>
              <a:rPr lang="en-US" sz="1000" dirty="0">
                <a:solidFill>
                  <a:schemeClr val="bg1"/>
                </a:solidFill>
                <a:latin typeface="Calibri" pitchFamily="34" charset="0"/>
              </a:rPr>
              <a:t>- [Experience:  12 Years]</a:t>
            </a:r>
          </a:p>
          <a:p>
            <a:pPr marL="1587">
              <a:lnSpc>
                <a:spcPct val="105000"/>
              </a:lnSpc>
              <a:spcBef>
                <a:spcPts val="138"/>
              </a:spcBef>
              <a:buClr>
                <a:schemeClr val="bg1"/>
              </a:buClr>
              <a:buSzPct val="80000"/>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b="1" dirty="0">
                <a:solidFill>
                  <a:schemeClr val="bg1"/>
                </a:solidFill>
                <a:latin typeface="Calibri" pitchFamily="34" charset="0"/>
              </a:rPr>
              <a:t>MS SQL Server- </a:t>
            </a:r>
            <a:r>
              <a:rPr lang="en-US" sz="1000" dirty="0">
                <a:solidFill>
                  <a:schemeClr val="bg1"/>
                </a:solidFill>
                <a:latin typeface="Calibri" pitchFamily="34" charset="0"/>
              </a:rPr>
              <a:t>[Experience:  7 </a:t>
            </a:r>
            <a:r>
              <a:rPr lang="en-US" sz="1000" dirty="0" err="1">
                <a:solidFill>
                  <a:schemeClr val="bg1"/>
                </a:solidFill>
                <a:latin typeface="Calibri" pitchFamily="34" charset="0"/>
              </a:rPr>
              <a:t>yrs</a:t>
            </a:r>
            <a:r>
              <a:rPr lang="en-US" sz="1000" dirty="0">
                <a:solidFill>
                  <a:schemeClr val="bg1"/>
                </a:solidFill>
                <a:latin typeface="Calibri" pitchFamily="34" charset="0"/>
              </a:rPr>
              <a:t>]</a:t>
            </a:r>
          </a:p>
          <a:p>
            <a:pPr marL="1587">
              <a:lnSpc>
                <a:spcPct val="105000"/>
              </a:lnSpc>
              <a:spcBef>
                <a:spcPts val="138"/>
              </a:spcBef>
              <a:buClr>
                <a:schemeClr val="bg1"/>
              </a:buClr>
              <a:buSzPct val="80000"/>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b="1" dirty="0">
                <a:solidFill>
                  <a:schemeClr val="bg1"/>
                </a:solidFill>
                <a:latin typeface="Calibri" pitchFamily="34" charset="0"/>
              </a:rPr>
              <a:t>Domain</a:t>
            </a:r>
            <a:r>
              <a:rPr lang="en-US" sz="1000" dirty="0">
                <a:solidFill>
                  <a:schemeClr val="bg1"/>
                </a:solidFill>
                <a:latin typeface="Calibri" pitchFamily="34" charset="0"/>
              </a:rPr>
              <a:t> - [CM MES, Semiconductor,  </a:t>
            </a:r>
            <a:r>
              <a:rPr lang="en-US" sz="1000" dirty="0" err="1">
                <a:solidFill>
                  <a:schemeClr val="bg1"/>
                </a:solidFill>
                <a:latin typeface="Calibri" pitchFamily="34" charset="0"/>
              </a:rPr>
              <a:t>HealthCare,Telecom</a:t>
            </a:r>
            <a:r>
              <a:rPr lang="en-US" sz="1000" dirty="0">
                <a:solidFill>
                  <a:schemeClr val="bg1"/>
                </a:solidFill>
                <a:latin typeface="Calibri" pitchFamily="34" charset="0"/>
              </a:rPr>
              <a:t> , Manufacturing]</a:t>
            </a:r>
          </a:p>
          <a:p>
            <a:pPr marL="1587">
              <a:lnSpc>
                <a:spcPct val="105000"/>
              </a:lnSpc>
              <a:spcBef>
                <a:spcPts val="138"/>
              </a:spcBef>
              <a:buClr>
                <a:schemeClr val="bg1"/>
              </a:buClr>
              <a:buSzPct val="80000"/>
              <a:tabLst>
                <a:tab pos="171450" algn="l"/>
                <a:tab pos="1143000" algn="l"/>
                <a:tab pos="2057400" algn="l"/>
                <a:tab pos="2971800" algn="l"/>
                <a:tab pos="3886200" algn="l"/>
                <a:tab pos="4800600" algn="l"/>
                <a:tab pos="5715000" algn="l"/>
                <a:tab pos="6629400" algn="l"/>
                <a:tab pos="7543800" algn="l"/>
                <a:tab pos="8458200" algn="l"/>
                <a:tab pos="9372600" algn="l"/>
                <a:tab pos="10287000" algn="l"/>
              </a:tabLst>
              <a:defRPr/>
            </a:pPr>
            <a:endParaRPr lang="en-US" sz="1000" u="sng" dirty="0">
              <a:solidFill>
                <a:schemeClr val="bg1"/>
              </a:solidFill>
              <a:latin typeface="Calibri" pitchFamily="34" charset="0"/>
            </a:endParaRPr>
          </a:p>
          <a:p>
            <a:pPr lvl="0"/>
            <a:endParaRPr lang="en-US" sz="1000" dirty="0">
              <a:solidFill>
                <a:schemeClr val="bg1"/>
              </a:solidFill>
            </a:endParaRPr>
          </a:p>
        </p:txBody>
      </p:sp>
      <p:sp>
        <p:nvSpPr>
          <p:cNvPr id="10" name="CustomShape 5"/>
          <p:cNvSpPr/>
          <p:nvPr/>
        </p:nvSpPr>
        <p:spPr>
          <a:xfrm>
            <a:off x="5913444" y="542925"/>
            <a:ext cx="1836810" cy="133650"/>
          </a:xfrm>
          <a:prstGeom prst="roundRect">
            <a:avLst>
              <a:gd name="adj" fmla="val 16667"/>
            </a:avLst>
          </a:prstGeom>
          <a:noFill/>
          <a:ln>
            <a:noFill/>
          </a:ln>
          <a:effectLst>
            <a:outerShdw blurRad="130000" dist="101600" dir="2700000" algn="tl" rotWithShape="0">
              <a:srgbClr val="000000">
                <a:alpha val="35000"/>
              </a:srgbClr>
            </a:outerShdw>
          </a:effectLst>
        </p:spPr>
        <p:style>
          <a:lnRef idx="1">
            <a:schemeClr val="accent4"/>
          </a:lnRef>
          <a:fillRef idx="2">
            <a:schemeClr val="accent4"/>
          </a:fillRef>
          <a:effectRef idx="1">
            <a:schemeClr val="accent4"/>
          </a:effectRef>
          <a:fontRef idx="minor"/>
        </p:style>
        <p:txBody>
          <a:bodyPr lIns="67500" tIns="33750" rIns="67500" bIns="33750" anchor="ctr"/>
          <a:lstStyle/>
          <a:p>
            <a:pPr algn="ctr">
              <a:lnSpc>
                <a:spcPct val="100000"/>
              </a:lnSpc>
            </a:pPr>
            <a:r>
              <a:rPr lang="en-US" sz="1005" b="1" spc="-1" dirty="0">
                <a:solidFill>
                  <a:schemeClr val="bg1"/>
                </a:solidFill>
                <a:latin typeface="Calibri"/>
                <a:ea typeface="DejaVu Sans"/>
              </a:rPr>
              <a:t>Work Experience</a:t>
            </a:r>
            <a:endParaRPr lang="en-US" sz="1005" spc="-1" dirty="0">
              <a:solidFill>
                <a:schemeClr val="bg1"/>
              </a:solidFill>
              <a:latin typeface="Arial"/>
            </a:endParaRPr>
          </a:p>
        </p:txBody>
      </p:sp>
      <p:sp>
        <p:nvSpPr>
          <p:cNvPr id="45" name="CustomShape 7"/>
          <p:cNvSpPr/>
          <p:nvPr/>
        </p:nvSpPr>
        <p:spPr>
          <a:xfrm>
            <a:off x="103662" y="1859999"/>
            <a:ext cx="4507413" cy="2627028"/>
          </a:xfrm>
          <a:prstGeom prst="rect">
            <a:avLst/>
          </a:prstGeom>
          <a:noFill/>
          <a:ln w="3240">
            <a:noFill/>
          </a:ln>
        </p:spPr>
        <p:style>
          <a:lnRef idx="0">
            <a:scrgbClr r="0" g="0" b="0"/>
          </a:lnRef>
          <a:fillRef idx="0">
            <a:scrgbClr r="0" g="0" b="0"/>
          </a:fillRef>
          <a:effectRef idx="0">
            <a:scrgbClr r="0" g="0" b="0"/>
          </a:effectRef>
          <a:fontRef idx="minor"/>
        </p:style>
        <p:txBody>
          <a:bodyPr lIns="51570" tIns="25650" rIns="51570" bIns="25650"/>
          <a:lstStyle/>
          <a:p>
            <a:pPr>
              <a:lnSpc>
                <a:spcPct val="95000"/>
              </a:lnSpc>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b="1" dirty="0">
                <a:solidFill>
                  <a:schemeClr val="bg1"/>
                </a:solidFill>
                <a:latin typeface="Calibri" pitchFamily="34" charset="0"/>
              </a:rPr>
              <a:t>Overview : </a:t>
            </a:r>
            <a:r>
              <a:rPr lang="en-US" sz="1000" dirty="0">
                <a:solidFill>
                  <a:schemeClr val="bg1"/>
                </a:solidFill>
                <a:latin typeface="Calibri" pitchFamily="34" charset="0"/>
              </a:rPr>
              <a:t>Sachidanand brings in 13 years experience &amp; learnings in the areas of </a:t>
            </a:r>
          </a:p>
          <a:p>
            <a:pPr marL="171450" indent="-114300">
              <a:buClr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dirty="0">
                <a:solidFill>
                  <a:schemeClr val="bg1"/>
                </a:solidFill>
                <a:latin typeface="Calibri" pitchFamily="34" charset="0"/>
              </a:rPr>
              <a:t> Software Development with  </a:t>
            </a:r>
            <a:r>
              <a:rPr lang="en-US" sz="1000" dirty="0" err="1">
                <a:solidFill>
                  <a:schemeClr val="bg1"/>
                </a:solidFill>
                <a:latin typeface="Calibri" pitchFamily="34" charset="0"/>
              </a:rPr>
              <a:t>Sql</a:t>
            </a:r>
            <a:r>
              <a:rPr lang="en-US" sz="1000" dirty="0">
                <a:solidFill>
                  <a:schemeClr val="bg1"/>
                </a:solidFill>
                <a:latin typeface="Calibri" pitchFamily="34" charset="0"/>
              </a:rPr>
              <a:t> Server , Asp.net Core, Web API, Blazor Web Assembly, MVC, C#, Web Services,, Angular, Microservices ,Azure and CI/CD.</a:t>
            </a:r>
          </a:p>
          <a:p>
            <a:pPr marL="171450" indent="-114300">
              <a:buClr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dirty="0">
                <a:solidFill>
                  <a:schemeClr val="bg1"/>
                </a:solidFill>
                <a:latin typeface="Calibri" pitchFamily="34" charset="0"/>
              </a:rPr>
              <a:t>Agile expert with very good understanding on the Software development life cycle.</a:t>
            </a:r>
          </a:p>
          <a:p>
            <a:pPr marL="171450" indent="-114300">
              <a:buClr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dirty="0">
                <a:solidFill>
                  <a:schemeClr val="bg1"/>
                </a:solidFill>
                <a:latin typeface="Calibri" pitchFamily="34" charset="0"/>
              </a:rPr>
              <a:t> Worked on 3Sigma Semiconductor with CM as  backend developer. Worked With Micron and IKEA CM project for customization process. </a:t>
            </a:r>
          </a:p>
          <a:p>
            <a:pPr marL="171450" indent="-114300">
              <a:buClr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dirty="0">
                <a:solidFill>
                  <a:schemeClr val="bg1"/>
                </a:solidFill>
              </a:rPr>
              <a:t>Critical Manufacturing Certified as backend developer.</a:t>
            </a:r>
          </a:p>
          <a:p>
            <a:pPr marL="171450" indent="-114300">
              <a:buClr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dirty="0">
                <a:solidFill>
                  <a:schemeClr val="bg1"/>
                </a:solidFill>
                <a:latin typeface="Calibri" pitchFamily="34" charset="0"/>
              </a:rPr>
              <a:t>Involved in sprint preparation, sprint release , demo to client and release to test and prod environment and developed Stored Procedures to populate data.</a:t>
            </a:r>
          </a:p>
          <a:p>
            <a:pPr marL="171450" indent="-114300">
              <a:buClr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dirty="0">
                <a:solidFill>
                  <a:schemeClr val="bg1"/>
                </a:solidFill>
                <a:latin typeface="Calibri" pitchFamily="34" charset="0"/>
              </a:rPr>
              <a:t>Worked on Data Modeling  transformation of Legacy system to new Critical Manufacturing System and worked on Master data management  for Micron.</a:t>
            </a:r>
          </a:p>
          <a:p>
            <a:pPr marL="57150">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1000" b="1" dirty="0">
                <a:solidFill>
                  <a:schemeClr val="bg1"/>
                </a:solidFill>
                <a:latin typeface="Calibri" pitchFamily="34" charset="0"/>
              </a:rPr>
              <a:t>Industry Expertise: </a:t>
            </a:r>
          </a:p>
          <a:p>
            <a:pPr marL="173037" indent="-171450">
              <a:lnSpc>
                <a:spcPct val="105000"/>
              </a:lnSpc>
              <a:spcBef>
                <a:spcPts val="138"/>
              </a:spcBef>
              <a:buSzPct val="80000"/>
              <a:buFont typeface="Arial" panose="020B0604020202020204" pitchFamily="34" charset="0"/>
              <a:buChar char="•"/>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Worked on 3Sigma Semiconductor with CM as backend developer and some CM Data Model. Worked on Protocol and others module with tables.</a:t>
            </a:r>
          </a:p>
          <a:p>
            <a:pPr marL="173037" indent="-171450">
              <a:lnSpc>
                <a:spcPct val="105000"/>
              </a:lnSpc>
              <a:spcBef>
                <a:spcPts val="138"/>
              </a:spcBef>
              <a:buSzPct val="80000"/>
              <a:buFont typeface="Arial" panose="020B0604020202020204" pitchFamily="34" charset="0"/>
              <a:buChar char="•"/>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,Manufacturing : The Red Tag Management System is intended to prevent  injury to workers by prohibiting operation of isolating devices that guard against the unexpected, inadvertent, or accidental release of energy.</a:t>
            </a:r>
          </a:p>
          <a:p>
            <a:pPr marL="173037" indent="-171450">
              <a:lnSpc>
                <a:spcPct val="105000"/>
              </a:lnSpc>
              <a:spcBef>
                <a:spcPts val="138"/>
              </a:spcBef>
              <a:buClrTx/>
              <a:buSzPct val="80000"/>
              <a:buFont typeface="Arial" panose="020B0604020202020204" pitchFamily="34" charset="0"/>
              <a:buChar char="•"/>
              <a:tabLst>
                <a:tab pos="228600" algn="l"/>
                <a:tab pos="1143000" algn="l"/>
                <a:tab pos="2057400" algn="l"/>
                <a:tab pos="2971800" algn="l"/>
                <a:tab pos="3886200" algn="l"/>
                <a:tab pos="4800600" algn="l"/>
                <a:tab pos="5715000" algn="l"/>
                <a:tab pos="6629400" algn="l"/>
                <a:tab pos="7543800" algn="l"/>
                <a:tab pos="8458200" algn="l"/>
                <a:tab pos="9372600" algn="l"/>
                <a:tab pos="10287000" algn="l"/>
              </a:tabLst>
              <a:defRPr/>
            </a:pPr>
            <a:r>
              <a:rPr lang="en-US" sz="1000" dirty="0">
                <a:solidFill>
                  <a:schemeClr val="bg1"/>
                </a:solidFill>
                <a:latin typeface="Calibri" pitchFamily="34" charset="0"/>
              </a:rPr>
              <a:t>Sustainability: </a:t>
            </a:r>
            <a:r>
              <a:rPr lang="en-US" sz="1000" dirty="0" err="1">
                <a:solidFill>
                  <a:schemeClr val="bg1"/>
                </a:solidFill>
                <a:latin typeface="Calibri" pitchFamily="34" charset="0"/>
              </a:rPr>
              <a:t>FigBytes</a:t>
            </a:r>
            <a:r>
              <a:rPr lang="en-US" sz="1000" dirty="0">
                <a:solidFill>
                  <a:schemeClr val="bg1"/>
                </a:solidFill>
                <a:latin typeface="Calibri" pitchFamily="34" charset="0"/>
              </a:rPr>
              <a:t> automates carbon data capture and management for Scopes 1, 2, 3, and beyond.</a:t>
            </a:r>
          </a:p>
        </p:txBody>
      </p:sp>
      <p:cxnSp>
        <p:nvCxnSpPr>
          <p:cNvPr id="5" name="Straight Connector 4">
            <a:extLst>
              <a:ext uri="{FF2B5EF4-FFF2-40B4-BE49-F238E27FC236}">
                <a16:creationId xmlns:a16="http://schemas.microsoft.com/office/drawing/2014/main" id="{5127B44B-EEB6-45F5-8969-EC1AB0AC5998}"/>
              </a:ext>
            </a:extLst>
          </p:cNvPr>
          <p:cNvCxnSpPr/>
          <p:nvPr/>
        </p:nvCxnSpPr>
        <p:spPr>
          <a:xfrm>
            <a:off x="4656960" y="567923"/>
            <a:ext cx="0" cy="43660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Line 3">
            <a:extLst>
              <a:ext uri="{FF2B5EF4-FFF2-40B4-BE49-F238E27FC236}">
                <a16:creationId xmlns:a16="http://schemas.microsoft.com/office/drawing/2014/main" id="{82E8CF60-F65C-4021-AEB5-53E53FB60E52}"/>
              </a:ext>
            </a:extLst>
          </p:cNvPr>
          <p:cNvSpPr/>
          <p:nvPr/>
        </p:nvSpPr>
        <p:spPr>
          <a:xfrm>
            <a:off x="4787722" y="711859"/>
            <a:ext cx="4297860" cy="270"/>
          </a:xfrm>
          <a:prstGeom prst="line">
            <a:avLst/>
          </a:prstGeom>
          <a:ln w="3240">
            <a:solidFill>
              <a:schemeClr val="bg1">
                <a:lumMod val="50000"/>
              </a:schemeClr>
            </a:solidFill>
            <a:round/>
          </a:ln>
        </p:spPr>
        <p:style>
          <a:lnRef idx="1">
            <a:schemeClr val="accent1"/>
          </a:lnRef>
          <a:fillRef idx="0">
            <a:schemeClr val="accent1"/>
          </a:fillRef>
          <a:effectRef idx="0">
            <a:schemeClr val="accent1"/>
          </a:effectRef>
          <a:fontRef idx="minor"/>
        </p:style>
        <p:txBody>
          <a:bodyPr/>
          <a:lstStyle/>
          <a:p>
            <a:endParaRPr lang="en-US"/>
          </a:p>
        </p:txBody>
      </p:sp>
      <p:sp>
        <p:nvSpPr>
          <p:cNvPr id="3" name="CustomShape 4">
            <a:extLst>
              <a:ext uri="{FF2B5EF4-FFF2-40B4-BE49-F238E27FC236}">
                <a16:creationId xmlns:a16="http://schemas.microsoft.com/office/drawing/2014/main" id="{FF08E80A-7D3A-3417-32F8-00E8BCB41947}"/>
              </a:ext>
            </a:extLst>
          </p:cNvPr>
          <p:cNvSpPr/>
          <p:nvPr/>
        </p:nvSpPr>
        <p:spPr>
          <a:xfrm>
            <a:off x="868050" y="768909"/>
            <a:ext cx="3714390" cy="1026357"/>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marL="586996" lvl="2" indent="-171450">
              <a:buFont typeface="Arial" panose="020B0604020202020204" pitchFamily="34" charset="0"/>
              <a:buChar char="•"/>
            </a:pPr>
            <a:r>
              <a:rPr lang="en-US" sz="900" dirty="0">
                <a:solidFill>
                  <a:schemeClr val="bg1"/>
                </a:solidFill>
              </a:rPr>
              <a:t>SACHIDANAND GUPTA</a:t>
            </a:r>
          </a:p>
          <a:p>
            <a:pPr marL="586996" lvl="2" indent="-171450">
              <a:buFont typeface="Arial" panose="020B0604020202020204" pitchFamily="34" charset="0"/>
              <a:buChar char="•"/>
            </a:pPr>
            <a:r>
              <a:rPr lang="en-US" sz="900" dirty="0">
                <a:solidFill>
                  <a:schemeClr val="bg1"/>
                </a:solidFill>
              </a:rPr>
              <a:t>Emp ID : 2347264, Role : Assistant Consultant</a:t>
            </a:r>
          </a:p>
          <a:p>
            <a:pPr marL="586996" lvl="2" indent="-171450">
              <a:buFont typeface="Arial" panose="020B0604020202020204" pitchFamily="34" charset="0"/>
              <a:buChar char="•"/>
            </a:pPr>
            <a:r>
              <a:rPr lang="en-US" sz="900" dirty="0">
                <a:solidFill>
                  <a:schemeClr val="bg1"/>
                </a:solidFill>
              </a:rPr>
              <a:t>Contact : (+91) 9555710512</a:t>
            </a:r>
          </a:p>
          <a:p>
            <a:pPr marL="586996" lvl="2" indent="-171450">
              <a:buFont typeface="Arial" panose="020B0604020202020204" pitchFamily="34" charset="0"/>
              <a:buChar char="•"/>
            </a:pPr>
            <a:r>
              <a:rPr lang="en-US" sz="900" dirty="0">
                <a:solidFill>
                  <a:schemeClr val="bg1"/>
                </a:solidFill>
              </a:rPr>
              <a:t>Qualification : MCA(Master in Computer Application), Critical Manufacturing Certified as backend developer</a:t>
            </a:r>
          </a:p>
        </p:txBody>
      </p:sp>
      <p:sp>
        <p:nvSpPr>
          <p:cNvPr id="7" name="TextBox 6">
            <a:extLst>
              <a:ext uri="{FF2B5EF4-FFF2-40B4-BE49-F238E27FC236}">
                <a16:creationId xmlns:a16="http://schemas.microsoft.com/office/drawing/2014/main" id="{29602421-77C4-5296-0F08-FB97EF98C0EE}"/>
              </a:ext>
            </a:extLst>
          </p:cNvPr>
          <p:cNvSpPr txBox="1"/>
          <p:nvPr/>
        </p:nvSpPr>
        <p:spPr>
          <a:xfrm>
            <a:off x="4752975" y="2800350"/>
            <a:ext cx="4407634" cy="246221"/>
          </a:xfrm>
          <a:prstGeom prst="rect">
            <a:avLst/>
          </a:prstGeom>
          <a:noFill/>
        </p:spPr>
        <p:txBody>
          <a:bodyPr wrap="square" rtlCol="0">
            <a:spAutoFit/>
          </a:bodyPr>
          <a:lstStyle>
            <a:defPPr>
              <a:defRPr lang="en-US"/>
            </a:defPPr>
            <a:lvl1pPr>
              <a:defRPr sz="1050" b="1">
                <a:solidFill>
                  <a:srgbClr val="FFC000"/>
                </a:solidFill>
              </a:defRPr>
            </a:lvl1pPr>
          </a:lstStyle>
          <a:p>
            <a:r>
              <a:rPr lang="en-US" sz="1000" b="0" dirty="0"/>
              <a:t>]</a:t>
            </a:r>
          </a:p>
        </p:txBody>
      </p:sp>
      <p:pic>
        <p:nvPicPr>
          <p:cNvPr id="4" name="Picture 3" descr="A person wearing a hat&#10;&#10;Description automatically generated with low confidence">
            <a:extLst>
              <a:ext uri="{FF2B5EF4-FFF2-40B4-BE49-F238E27FC236}">
                <a16:creationId xmlns:a16="http://schemas.microsoft.com/office/drawing/2014/main" id="{DD17D391-B59B-74A4-D9BE-D658429AF3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919" y="754988"/>
            <a:ext cx="695581" cy="890969"/>
          </a:xfrm>
          <a:prstGeom prst="rect">
            <a:avLst/>
          </a:prstGeom>
        </p:spPr>
      </p:pic>
    </p:spTree>
    <p:extLst>
      <p:ext uri="{BB962C8B-B14F-4D97-AF65-F5344CB8AC3E}">
        <p14:creationId xmlns:p14="http://schemas.microsoft.com/office/powerpoint/2010/main" val="15567425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ntent Slide_White">
  <a:themeElements>
    <a:clrScheme name="BOB Color 1">
      <a:dk1>
        <a:srgbClr val="000000"/>
      </a:dk1>
      <a:lt1>
        <a:srgbClr val="FFFFFF"/>
      </a:lt1>
      <a:dk2>
        <a:srgbClr val="1E2323"/>
      </a:dk2>
      <a:lt2>
        <a:srgbClr val="FFFFFF"/>
      </a:lt2>
      <a:accent1>
        <a:srgbClr val="83EBE7"/>
      </a:accent1>
      <a:accent2>
        <a:srgbClr val="47A3EB"/>
      </a:accent2>
      <a:accent3>
        <a:srgbClr val="7159B1"/>
      </a:accent3>
      <a:accent4>
        <a:srgbClr val="CB336B"/>
      </a:accent4>
      <a:accent5>
        <a:srgbClr val="EF7333"/>
      </a:accent5>
      <a:accent6>
        <a:srgbClr val="FFEB33"/>
      </a:accent6>
      <a:hlink>
        <a:srgbClr val="E41165"/>
      </a:hlink>
      <a:folHlink>
        <a:srgbClr val="005B9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TCS Pink-New">
      <a:srgbClr val="E41165"/>
    </a:custClr>
    <a:custClr name="Darker 2">
      <a:srgbClr val="00ACAC"/>
    </a:custClr>
    <a:custClr name="Darker 1">
      <a:srgbClr val="1ACFCF"/>
    </a:custClr>
    <a:custClr name="TCS Green">
      <a:srgbClr val="64E6E1"/>
    </a:custClr>
    <a:custClr name="Lighter 1">
      <a:srgbClr val="83EBE7"/>
    </a:custClr>
    <a:custClr name="Lighter 2">
      <a:srgbClr val="A2F0ED"/>
    </a:custClr>
    <a:custClr name="Lighter 3">
      <a:srgbClr val="C1F5F3"/>
    </a:custClr>
    <a:custClr name="Darker 2">
      <a:srgbClr val="154B8C"/>
    </a:custClr>
    <a:custClr name="Darker 1">
      <a:srgbClr val="005B9C"/>
    </a:custClr>
    <a:custClr name="TCS Blue">
      <a:srgbClr val="007DC5"/>
    </a:custClr>
    <a:custClr name="Lighter 1">
      <a:srgbClr val="47A3EB"/>
    </a:custClr>
    <a:custClr name="Lighter 2">
      <a:srgbClr val="75BAF0"/>
    </a:custClr>
    <a:custClr name="Lighter 3">
      <a:srgbClr val="A3D1F5"/>
    </a:custClr>
    <a:custClr name="Darker 2">
      <a:srgbClr val="4D0092"/>
    </a:custClr>
    <a:custClr name="Darker 1">
      <a:srgbClr val="4D129E"/>
    </a:custClr>
    <a:custClr name="TCS Purple">
      <a:srgbClr val="4D2F9E"/>
    </a:custClr>
    <a:custClr name="Lighter 1">
      <a:srgbClr val="7159B1"/>
    </a:custClr>
    <a:custClr name="Lighter 2">
      <a:srgbClr val="9482C5"/>
    </a:custClr>
    <a:custClr name="Lighter 3">
      <a:srgbClr val="B8ACD8"/>
    </a:custClr>
    <a:custClr name="Darker 2">
      <a:srgbClr val="8F0035"/>
    </a:custClr>
    <a:custClr name="Darker 1">
      <a:srgbClr val="A30046"/>
    </a:custClr>
    <a:custClr name="TCS Magenta">
      <a:srgbClr val="BE0046"/>
    </a:custClr>
    <a:custClr name="Lighter 1">
      <a:srgbClr val="CB336B"/>
    </a:custClr>
    <a:custClr name="LIghter 2">
      <a:srgbClr val="D86690"/>
    </a:custClr>
    <a:custClr name="Lighter 3">
      <a:srgbClr val="E599B5"/>
    </a:custClr>
    <a:custClr name="Darker 2">
      <a:srgbClr val="B03C00"/>
    </a:custClr>
    <a:custClr name="Darker 1">
      <a:srgbClr val="CD5000"/>
    </a:custClr>
    <a:custClr name="TCS Orange">
      <a:srgbClr val="EB5000"/>
    </a:custClr>
    <a:custClr name="Lighter 1">
      <a:srgbClr val="EF7333"/>
    </a:custClr>
    <a:custClr name="Lighter 2">
      <a:srgbClr val="F39666"/>
    </a:custClr>
    <a:custClr name="Lighter 3">
      <a:srgbClr val="F7B999"/>
    </a:custClr>
    <a:custClr name="Darker 2">
      <a:srgbClr val="FFBC00"/>
    </a:custClr>
    <a:custClr name="Darker 1">
      <a:srgbClr val="FFD300"/>
    </a:custClr>
    <a:custClr name="TCS Yellow">
      <a:srgbClr val="FFE600"/>
    </a:custClr>
    <a:custClr name="Lighter 1">
      <a:srgbClr val="FFEB33"/>
    </a:custClr>
    <a:custClr name="Lighter 2">
      <a:srgbClr val="FFF066"/>
    </a:custClr>
    <a:custClr name="Lighter 3">
      <a:srgbClr val="FFF599"/>
    </a:custClr>
  </a:custClrLst>
  <a:extLst>
    <a:ext uri="{05A4C25C-085E-4340-85A3-A5531E510DB2}">
      <thm15:themeFamily xmlns:thm15="http://schemas.microsoft.com/office/thememl/2012/main" name="Presentation2" id="{10222E7A-D9D1-40CE-919A-1B6202037701}" vid="{D48C2551-F685-4D8B-A175-E70CFC79034F}"/>
    </a:ext>
  </a:extLst>
</a:theme>
</file>

<file path=ppt/theme/theme2.xml><?xml version="1.0" encoding="utf-8"?>
<a:theme xmlns:a="http://schemas.openxmlformats.org/drawingml/2006/main" name="Content Slide_Black">
  <a:themeElements>
    <a:clrScheme name="BOB Color 1">
      <a:dk1>
        <a:srgbClr val="000000"/>
      </a:dk1>
      <a:lt1>
        <a:srgbClr val="FFFFFF"/>
      </a:lt1>
      <a:dk2>
        <a:srgbClr val="1E2323"/>
      </a:dk2>
      <a:lt2>
        <a:srgbClr val="FFFFFF"/>
      </a:lt2>
      <a:accent1>
        <a:srgbClr val="83EBE7"/>
      </a:accent1>
      <a:accent2>
        <a:srgbClr val="47A3EB"/>
      </a:accent2>
      <a:accent3>
        <a:srgbClr val="7159B1"/>
      </a:accent3>
      <a:accent4>
        <a:srgbClr val="CB336B"/>
      </a:accent4>
      <a:accent5>
        <a:srgbClr val="EF7333"/>
      </a:accent5>
      <a:accent6>
        <a:srgbClr val="FFEB33"/>
      </a:accent6>
      <a:hlink>
        <a:srgbClr val="E41165"/>
      </a:hlink>
      <a:folHlink>
        <a:srgbClr val="005B9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TCS Pink-New">
      <a:srgbClr val="E41165"/>
    </a:custClr>
    <a:custClr name="Darker 2">
      <a:srgbClr val="00ACAC"/>
    </a:custClr>
    <a:custClr name="Darker 1">
      <a:srgbClr val="1ACFCF"/>
    </a:custClr>
    <a:custClr name="TCS Green">
      <a:srgbClr val="64E6E1"/>
    </a:custClr>
    <a:custClr name="Lighter 1">
      <a:srgbClr val="83EBE7"/>
    </a:custClr>
    <a:custClr name="Lighter 2">
      <a:srgbClr val="A2F0ED"/>
    </a:custClr>
    <a:custClr name="Lighter 3">
      <a:srgbClr val="C1F5F3"/>
    </a:custClr>
    <a:custClr name="Darker 2">
      <a:srgbClr val="154B8C"/>
    </a:custClr>
    <a:custClr name="Darker 1">
      <a:srgbClr val="005B9C"/>
    </a:custClr>
    <a:custClr name="TCS Blue">
      <a:srgbClr val="007DC5"/>
    </a:custClr>
    <a:custClr name="Lighter 1">
      <a:srgbClr val="47A3EB"/>
    </a:custClr>
    <a:custClr name="Lighter 2">
      <a:srgbClr val="75BAF0"/>
    </a:custClr>
    <a:custClr name="Lighter 3">
      <a:srgbClr val="A3D1F5"/>
    </a:custClr>
    <a:custClr name="Darker 2">
      <a:srgbClr val="4D0092"/>
    </a:custClr>
    <a:custClr name="Darker 1">
      <a:srgbClr val="4D129E"/>
    </a:custClr>
    <a:custClr name="TCS Purple">
      <a:srgbClr val="4D2F9E"/>
    </a:custClr>
    <a:custClr name="Lighter 1">
      <a:srgbClr val="7159B1"/>
    </a:custClr>
    <a:custClr name="Lighter 2">
      <a:srgbClr val="9482C5"/>
    </a:custClr>
    <a:custClr name="Lighter 3">
      <a:srgbClr val="B8ACD8"/>
    </a:custClr>
    <a:custClr name="Darker 2">
      <a:srgbClr val="8F0035"/>
    </a:custClr>
    <a:custClr name="Darker 1">
      <a:srgbClr val="A30046"/>
    </a:custClr>
    <a:custClr name="TCS Magenta">
      <a:srgbClr val="BE0046"/>
    </a:custClr>
    <a:custClr name="Lighter 1">
      <a:srgbClr val="CB336B"/>
    </a:custClr>
    <a:custClr name="LIghter 2">
      <a:srgbClr val="D86690"/>
    </a:custClr>
    <a:custClr name="Lighter 3">
      <a:srgbClr val="E599B5"/>
    </a:custClr>
    <a:custClr name="Darker 2">
      <a:srgbClr val="B03C00"/>
    </a:custClr>
    <a:custClr name="Darker 1">
      <a:srgbClr val="CD5000"/>
    </a:custClr>
    <a:custClr name="TCS Orange">
      <a:srgbClr val="EB5000"/>
    </a:custClr>
    <a:custClr name="Lighter 1">
      <a:srgbClr val="EF7333"/>
    </a:custClr>
    <a:custClr name="Lighter 2">
      <a:srgbClr val="F39666"/>
    </a:custClr>
    <a:custClr name="Lighter 3">
      <a:srgbClr val="F7B999"/>
    </a:custClr>
    <a:custClr name="Darker 2">
      <a:srgbClr val="FFBC00"/>
    </a:custClr>
    <a:custClr name="Darker 1">
      <a:srgbClr val="FFD300"/>
    </a:custClr>
    <a:custClr name="TCS Yellow">
      <a:srgbClr val="FFE600"/>
    </a:custClr>
    <a:custClr name="Lighter 1">
      <a:srgbClr val="FFEB33"/>
    </a:custClr>
    <a:custClr name="Lighter 2">
      <a:srgbClr val="FFF066"/>
    </a:custClr>
    <a:custClr name="Lighter 3">
      <a:srgbClr val="FFF599"/>
    </a:custClr>
  </a:custClrLst>
  <a:extLst>
    <a:ext uri="{05A4C25C-085E-4340-85A3-A5531E510DB2}">
      <thm15:themeFamily xmlns:thm15="http://schemas.microsoft.com/office/thememl/2012/main" name="Presentation2" id="{10222E7A-D9D1-40CE-919A-1B6202037701}" vid="{3A806EA1-1B37-4FCB-B66E-0FC7EEB2B84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TCS Pink-New">
      <a:srgbClr val="E41165"/>
    </a:custClr>
    <a:custClr name="Darker 2">
      <a:srgbClr val="00ACAC"/>
    </a:custClr>
    <a:custClr name="Darker 1">
      <a:srgbClr val="1ACFCF"/>
    </a:custClr>
    <a:custClr name="TCS Green">
      <a:srgbClr val="64E6E1"/>
    </a:custClr>
    <a:custClr name="Lighter 1">
      <a:srgbClr val="83EBE7"/>
    </a:custClr>
    <a:custClr name="Lighter 2">
      <a:srgbClr val="A2F0ED"/>
    </a:custClr>
    <a:custClr name="Lighter 3">
      <a:srgbClr val="C1F5F3"/>
    </a:custClr>
    <a:custClr name="Darker 2">
      <a:srgbClr val="154B8C"/>
    </a:custClr>
    <a:custClr name="Darker 1">
      <a:srgbClr val="005B9C"/>
    </a:custClr>
    <a:custClr name="TCS Blue">
      <a:srgbClr val="007DC5"/>
    </a:custClr>
    <a:custClr name="Lighter 1">
      <a:srgbClr val="47A3EB"/>
    </a:custClr>
    <a:custClr name="Lighter 2">
      <a:srgbClr val="75BAF0"/>
    </a:custClr>
    <a:custClr name="Lighter 3">
      <a:srgbClr val="A3D1F5"/>
    </a:custClr>
    <a:custClr name="Darker 2">
      <a:srgbClr val="4D0092"/>
    </a:custClr>
    <a:custClr name="Darker 1">
      <a:srgbClr val="4D129E"/>
    </a:custClr>
    <a:custClr name="TCS Purple">
      <a:srgbClr val="4D2F9E"/>
    </a:custClr>
    <a:custClr name="Lighter 1">
      <a:srgbClr val="7159B1"/>
    </a:custClr>
    <a:custClr name="Lighter 2">
      <a:srgbClr val="9482C5"/>
    </a:custClr>
    <a:custClr name="Lighter 3">
      <a:srgbClr val="B8ACD8"/>
    </a:custClr>
    <a:custClr name="Darker 2">
      <a:srgbClr val="8F0035"/>
    </a:custClr>
    <a:custClr name="Darker 1">
      <a:srgbClr val="A30046"/>
    </a:custClr>
    <a:custClr name="TCS Magenta">
      <a:srgbClr val="BE0046"/>
    </a:custClr>
    <a:custClr name="Lighter 1">
      <a:srgbClr val="CB336B"/>
    </a:custClr>
    <a:custClr name="LIghter 2">
      <a:srgbClr val="D86690"/>
    </a:custClr>
    <a:custClr name="Lighter 3">
      <a:srgbClr val="E599B5"/>
    </a:custClr>
    <a:custClr name="Darker 2">
      <a:srgbClr val="B03C00"/>
    </a:custClr>
    <a:custClr name="Darker 1">
      <a:srgbClr val="CD5000"/>
    </a:custClr>
    <a:custClr name="TCS Orange">
      <a:srgbClr val="EB5000"/>
    </a:custClr>
    <a:custClr name="Lighter 1">
      <a:srgbClr val="EF7333"/>
    </a:custClr>
    <a:custClr name="Lighter 2">
      <a:srgbClr val="F39666"/>
    </a:custClr>
    <a:custClr name="Lighter 3">
      <a:srgbClr val="F7B999"/>
    </a:custClr>
    <a:custClr name="Darker 2">
      <a:srgbClr val="FFBC00"/>
    </a:custClr>
    <a:custClr name="Darker 1">
      <a:srgbClr val="FFD300"/>
    </a:custClr>
    <a:custClr name="TCS Yellow">
      <a:srgbClr val="FFE600"/>
    </a:custClr>
    <a:custClr name="Lighter 1">
      <a:srgbClr val="FFEB33"/>
    </a:custClr>
    <a:custClr name="Lighter 2">
      <a:srgbClr val="FFF066"/>
    </a:custClr>
    <a:custClr name="Lighter 3">
      <a:srgbClr val="FFF599"/>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TCS Pink-New">
      <a:srgbClr val="E41165"/>
    </a:custClr>
    <a:custClr name="Darker 2">
      <a:srgbClr val="00ACAC"/>
    </a:custClr>
    <a:custClr name="Darker 1">
      <a:srgbClr val="1ACFCF"/>
    </a:custClr>
    <a:custClr name="TCS Green">
      <a:srgbClr val="64E6E1"/>
    </a:custClr>
    <a:custClr name="Lighter 1">
      <a:srgbClr val="83EBE7"/>
    </a:custClr>
    <a:custClr name="Lighter 2">
      <a:srgbClr val="A2F0ED"/>
    </a:custClr>
    <a:custClr name="Lighter 3">
      <a:srgbClr val="C1F5F3"/>
    </a:custClr>
    <a:custClr name="Darker 2">
      <a:srgbClr val="154B8C"/>
    </a:custClr>
    <a:custClr name="Darker 1">
      <a:srgbClr val="005B9C"/>
    </a:custClr>
    <a:custClr name="TCS Blue">
      <a:srgbClr val="007DC5"/>
    </a:custClr>
    <a:custClr name="Lighter 1">
      <a:srgbClr val="47A3EB"/>
    </a:custClr>
    <a:custClr name="Lighter 2">
      <a:srgbClr val="75BAF0"/>
    </a:custClr>
    <a:custClr name="Lighter 3">
      <a:srgbClr val="A3D1F5"/>
    </a:custClr>
    <a:custClr name="Darker 2">
      <a:srgbClr val="4D0092"/>
    </a:custClr>
    <a:custClr name="Darker 1">
      <a:srgbClr val="4D129E"/>
    </a:custClr>
    <a:custClr name="TCS Purple">
      <a:srgbClr val="4D2F9E"/>
    </a:custClr>
    <a:custClr name="Lighter 1">
      <a:srgbClr val="7159B1"/>
    </a:custClr>
    <a:custClr name="Lighter 2">
      <a:srgbClr val="9482C5"/>
    </a:custClr>
    <a:custClr name="Lighter 3">
      <a:srgbClr val="B8ACD8"/>
    </a:custClr>
    <a:custClr name="Darker 2">
      <a:srgbClr val="8F0035"/>
    </a:custClr>
    <a:custClr name="Darker 1">
      <a:srgbClr val="A30046"/>
    </a:custClr>
    <a:custClr name="TCS Magenta">
      <a:srgbClr val="BE0046"/>
    </a:custClr>
    <a:custClr name="Lighter 1">
      <a:srgbClr val="CB336B"/>
    </a:custClr>
    <a:custClr name="LIghter 2">
      <a:srgbClr val="D86690"/>
    </a:custClr>
    <a:custClr name="Lighter 3">
      <a:srgbClr val="E599B5"/>
    </a:custClr>
    <a:custClr name="Darker 2">
      <a:srgbClr val="B03C00"/>
    </a:custClr>
    <a:custClr name="Darker 1">
      <a:srgbClr val="CD5000"/>
    </a:custClr>
    <a:custClr name="TCS Orange">
      <a:srgbClr val="EB5000"/>
    </a:custClr>
    <a:custClr name="Lighter 1">
      <a:srgbClr val="EF7333"/>
    </a:custClr>
    <a:custClr name="Lighter 2">
      <a:srgbClr val="F39666"/>
    </a:custClr>
    <a:custClr name="Lighter 3">
      <a:srgbClr val="F7B999"/>
    </a:custClr>
    <a:custClr name="Darker 2">
      <a:srgbClr val="FFBC00"/>
    </a:custClr>
    <a:custClr name="Darker 1">
      <a:srgbClr val="FFD300"/>
    </a:custClr>
    <a:custClr name="TCS Yellow">
      <a:srgbClr val="FFE600"/>
    </a:custClr>
    <a:custClr name="Lighter 1">
      <a:srgbClr val="FFEB33"/>
    </a:custClr>
    <a:custClr name="Lighter 2">
      <a:srgbClr val="FFF066"/>
    </a:custClr>
    <a:custClr name="Lighter 3">
      <a:srgbClr val="FFF599"/>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429409C18204B8E50994481C8BE12" ma:contentTypeVersion="4" ma:contentTypeDescription="Create a new document." ma:contentTypeScope="" ma:versionID="93b98e4d4b4ceddf95b6e178c03c1431">
  <xsd:schema xmlns:xsd="http://www.w3.org/2001/XMLSchema" xmlns:xs="http://www.w3.org/2001/XMLSchema" xmlns:p="http://schemas.microsoft.com/office/2006/metadata/properties" xmlns:ns2="ed5f3adb-d74a-4f34-826c-cfa79a1b5e9d" xmlns:ns3="1771064e-c6ae-44b4-88a5-a935e9ecfce2" targetNamespace="http://schemas.microsoft.com/office/2006/metadata/properties" ma:root="true" ma:fieldsID="6aa16e4c903c5d7a809f69b040ed2578" ns2:_="" ns3:_="">
    <xsd:import namespace="ed5f3adb-d74a-4f34-826c-cfa79a1b5e9d"/>
    <xsd:import namespace="1771064e-c6ae-44b4-88a5-a935e9ecfc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5f3adb-d74a-4f34-826c-cfa79a1b5e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71064e-c6ae-44b4-88a5-a935e9ecfc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ED5BA0-8FF5-4C83-A12C-F167437698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5f3adb-d74a-4f34-826c-cfa79a1b5e9d"/>
    <ds:schemaRef ds:uri="1771064e-c6ae-44b4-88a5-a935e9ecfc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C37ED8-06D3-4BAF-925E-0E0C6BD526E8}">
  <ds:schemaRefs>
    <ds:schemaRef ds:uri="http://schemas.microsoft.com/sharepoint/v3/contenttype/forms"/>
  </ds:schemaRefs>
</ds:datastoreItem>
</file>

<file path=customXml/itemProps3.xml><?xml version="1.0" encoding="utf-8"?>
<ds:datastoreItem xmlns:ds="http://schemas.openxmlformats.org/officeDocument/2006/customXml" ds:itemID="{DBB1B480-7C1E-4300-A913-41CAD33511F4}">
  <ds:schemaRefs>
    <ds:schemaRef ds:uri="http://schemas.microsoft.com/office/2006/documentManagement/types"/>
    <ds:schemaRef ds:uri="http://purl.org/dc/terms/"/>
    <ds:schemaRef ds:uri="http://purl.org/dc/elements/1.1/"/>
    <ds:schemaRef ds:uri="http://www.w3.org/XML/1998/namespace"/>
    <ds:schemaRef ds:uri="http://purl.org/dc/dcmitype/"/>
    <ds:schemaRef ds:uri="9200d1c5-bd2a-48f4-9aa5-49792c8c2bf8"/>
    <ds:schemaRef ds:uri="http://schemas.openxmlformats.org/package/2006/metadata/core-properties"/>
    <ds:schemaRef ds:uri="http://schemas.microsoft.com/office/infopath/2007/PartnerControls"/>
    <ds:schemaRef ds:uri="f131310f-da73-447f-9d07-af8aec60e1e3"/>
    <ds:schemaRef ds:uri="http://schemas.microsoft.com/office/2006/metadata/properties"/>
  </ds:schemaRefs>
</ds:datastoreItem>
</file>

<file path=docMetadata/LabelInfo.xml><?xml version="1.0" encoding="utf-8"?>
<clbl:labelList xmlns:clbl="http://schemas.microsoft.com/office/2020/mipLabelMetadata">
  <clbl:label id="{748066fd-9395-4325-a4e7-856a23126b8d}" enabled="1" method="Privileged" siteId="{404b1967-6507-45ab-8a6d-7374a3f478be}" removed="0"/>
</clbl:labelList>
</file>

<file path=docProps/app.xml><?xml version="1.0" encoding="utf-8"?>
<Properties xmlns="http://schemas.openxmlformats.org/officeDocument/2006/extended-properties" xmlns:vt="http://schemas.openxmlformats.org/officeDocument/2006/docPropsVTypes">
  <Template>Standard PPT Template_16 x 9_V5.0</Template>
  <TotalTime>594</TotalTime>
  <Words>532</Words>
  <Application>Microsoft Office PowerPoint</Application>
  <PresentationFormat>On-screen Show (16:9)</PresentationFormat>
  <Paragraphs>33</Paragraphs>
  <Slides>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Arial</vt:lpstr>
      <vt:lpstr>Calibri</vt:lpstr>
      <vt:lpstr>Courier New</vt:lpstr>
      <vt:lpstr>Symbol</vt:lpstr>
      <vt:lpstr>Content Slide_White</vt:lpstr>
      <vt:lpstr>Content Slide_Black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Vishwesh Shete</dc:creator>
  <cp:lastModifiedBy>Sachidanand Gupta</cp:lastModifiedBy>
  <cp:revision>6</cp:revision>
  <dcterms:created xsi:type="dcterms:W3CDTF">2022-10-17T11:32:17Z</dcterms:created>
  <dcterms:modified xsi:type="dcterms:W3CDTF">2025-09-03T08:59:41Z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0x01010081F429409C18204B8E50994481C8BE12</vt:lpwstr>
  </property>
  <property fmtid="{D5CDD505-2E9C-101B-9397-08002B2CF9AE}" pid="3" name="MSIP_Label_748066fd-9395-4325-a4e7-856a23126b8d_Enabled">
    <vt:lpwstr>true</vt:lpwstr>
  </property>
  <property fmtid="{D5CDD505-2E9C-101B-9397-08002B2CF9AE}" pid="4" name="MSIP_Label_748066fd-9395-4325-a4e7-856a23126b8d_SetDate">
    <vt:lpwstr>2022-11-03T14:27:08Z</vt:lpwstr>
  </property>
  <property fmtid="{D5CDD505-2E9C-101B-9397-08002B2CF9AE}" pid="5" name="MSIP_Label_748066fd-9395-4325-a4e7-856a23126b8d_Method">
    <vt:lpwstr>Privileged</vt:lpwstr>
  </property>
  <property fmtid="{D5CDD505-2E9C-101B-9397-08002B2CF9AE}" pid="6" name="MSIP_Label_748066fd-9395-4325-a4e7-856a23126b8d_Name">
    <vt:lpwstr>748066fd-9395-4325-a4e7-856a23126b8d</vt:lpwstr>
  </property>
  <property fmtid="{D5CDD505-2E9C-101B-9397-08002B2CF9AE}" pid="7" name="MSIP_Label_748066fd-9395-4325-a4e7-856a23126b8d_SiteId">
    <vt:lpwstr>404b1967-6507-45ab-8a6d-7374a3f478be</vt:lpwstr>
  </property>
  <property fmtid="{D5CDD505-2E9C-101B-9397-08002B2CF9AE}" pid="8" name="MSIP_Label_748066fd-9395-4325-a4e7-856a23126b8d_ActionId">
    <vt:lpwstr>d41e6a21-e3e1-4430-b6a6-fb71444a95ab</vt:lpwstr>
  </property>
  <property fmtid="{D5CDD505-2E9C-101B-9397-08002B2CF9AE}" pid="9" name="MSIP_Label_748066fd-9395-4325-a4e7-856a23126b8d_ContentBits">
    <vt:lpwstr>3</vt:lpwstr>
  </property>
</Properties>
</file>